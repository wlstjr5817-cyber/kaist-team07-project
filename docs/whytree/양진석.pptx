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2b4821f30445c4" /><Relationship Type="http://schemas.openxmlformats.org/officeDocument/2006/relationships/extended-properties" Target="/docProps/app.xml" Id="Rfc3a1e5585e34f59" /><Relationship Type="http://schemas.openxmlformats.org/officeDocument/2006/relationships/officeDocument" Target="/ppt/presentation.xml" Id="Rf4cc30c40f2a4c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ddf2f75d054375"/>
  </p:sldMasterIdLst>
  <p:notesMasterIdLst>
    <p:notesMasterId xmlns:r="http://schemas.openxmlformats.org/officeDocument/2006/relationships" r:id="R5cbcedfb9ae04737"/>
  </p:notesMasterIdLst>
  <p:sldIdLst>
    <p:sldId xmlns:r="http://schemas.openxmlformats.org/officeDocument/2006/relationships" id="256" r:id="Rd9f70f424cb04a7f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ebe3bd4ef04d94" /><Relationship Type="http://schemas.openxmlformats.org/officeDocument/2006/relationships/slideMaster" Target="/ppt/slideMasters/slideMaster1.xml" Id="R70ddf2f75d054375" /><Relationship Type="http://schemas.openxmlformats.org/officeDocument/2006/relationships/notesMaster" Target="/ppt/notesMasters/notesMaster1.xml" Id="R5cbcedfb9ae04737" /><Relationship Type="http://schemas.openxmlformats.org/officeDocument/2006/relationships/presProps" Target="/ppt/presProps.xml" Id="Re9589081ae84469f" /><Relationship Type="http://schemas.openxmlformats.org/officeDocument/2006/relationships/viewProps" Target="/ppt/viewProps.xml" Id="R870f00ea50364d23" /><Relationship Type="http://schemas.openxmlformats.org/officeDocument/2006/relationships/tableStyles" Target="/ppt/tableStyles.xml" Id="R81c69afa69184430" /><Relationship Type="http://schemas.openxmlformats.org/officeDocument/2006/relationships/slide" Target="/ppt/slides/slide1.xml" Id="Rd9f70f424cb04a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088bdcd75348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e69d8390a4084" /><Relationship Type="http://schemas.openxmlformats.org/officeDocument/2006/relationships/notesMaster" Target="/ppt/notesMasters/notesMaster1.xml" Id="R24d966f08a414b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89b9548714b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b9137778a48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4c6b1174945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0a72fd8db46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772f4f4d94c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5bb5fceed40d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4a4236e9d4eb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e2e0e5dc449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90de3ef2f48c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6133d7b9a48f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8f99473634f3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8B64D4-DC5A-4A19-A414-3575F915B7D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349CE17-76A3-4584-B988-97E2B49A4C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256C09-5AB9-4477-B607-8258501007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F509175-0741-469B-90B2-697D623B06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90A164-0255-4727-8D38-A7B35A1C2E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56E63B-FEDC-491E-88E9-EB0A56D99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3C6AF7C-F7BD-403B-8AD7-908E8E82F5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1B74DC-2B10-431C-8022-5670A221FC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89D08E-71C0-4B15-A4A2-350D541A41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71D7E3-07E0-4DFA-8114-5DB629FAC7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ACBAE-8EBC-4DB6-86EC-7849116E06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4DE8C88-60B7-45C2-BD4E-625178AE66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299DC7E-7442-484C-8427-CFDCF347FE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4A17AC-823C-49ED-8616-551C0BD7E8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92572C-F2F2-4402-98FC-77E9D4B525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E66D85-9EDA-40A1-BF5D-44422B3BDE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A1DFD16-AE1A-4326-905D-86D0B257EEB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A010CE0-3312-43BB-9B13-CF10BB35513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0A4C21D-2B9A-436E-83DC-48D85DCE98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627F06-2BD2-4B45-9D23-3FF713A7C8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6152D80-BED9-4E7B-A514-8429B261C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B95937-AF7C-41BB-965A-A66568CE50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7D44EA-7BDB-4764-AE95-95E180F84A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6D3F01-FA0D-440C-B29F-63FD428DC02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4B4C505-A93D-4689-8CBF-AE7C5F9497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6912789-2B8C-42B1-8D75-5C072312577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1CD022D-2DF8-4942-B632-20B3A2EC5A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700E424-9283-4A0F-8FE8-5AB6DE87ED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1779C88-3296-4024-90BB-9405DB7639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90B80E-BF5F-42FF-932C-0D0352CB6E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194AA49-8CE3-4135-AE99-A5222143B9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3D16EF7-4248-46FB-AB78-39C3CBFD58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9902B1E-AF84-4E8E-8ED8-6D77D69C1D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7EA0C3B-167B-4B43-801B-28B91CD094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2FB1B5C-B608-4A5B-A916-B246A6EE54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72377D0-1803-494C-9794-80CB90F07A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05C3DA-CC9D-4642-AC04-DC6ED3DF61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55D5B42-16D2-44CB-8119-5E920E3C15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6E60B88-A6A8-478A-8282-FE8CFD482C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696479A-797D-41D6-8C29-38E0F625B5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21136C-C0B9-40FB-B415-313E81AC2B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1281BC4-CB37-41E0-BD5A-DE8E9469B4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39A689-2B0E-4153-BA34-2F57526594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4A7D143-4723-4C1B-8A67-8D1DCF88A96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2BEB5BB-4363-43EB-842A-68AC874A59A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2A97AD-BAFB-4F02-85C2-97AD88A2B7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3F63E18-9656-45E0-8B27-5EC2BD6BE4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6CA0348-B230-4153-A73B-5281017D0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792232-827E-41D4-A032-5AC36B38C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9196B9D-2064-4201-9A7D-79BEE0E0DF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86C3373-2285-41BF-ADC8-1D7A7922C8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A1AA17-BE23-4BC3-8A13-0003FF76CA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65E2C5A-2D15-49B2-A457-005EF610CF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90E7DDF-6BBD-4C9B-8A4F-E0859B7F0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80B6301-702D-4D99-9EDF-8294E8F8B4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A70B64-A5AD-4A09-AF59-B9A100F693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5882AE-5187-4CA2-BFB5-CF0AC46318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4357F3-1960-4829-B1CC-3DC7BD8E21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21863d9b6c4d55" /><Relationship Type="http://schemas.openxmlformats.org/officeDocument/2006/relationships/slideLayout" Target="/ppt/slideLayouts/slideLayout1.xml" Id="Re878b42234f9456c" /><Relationship Type="http://schemas.openxmlformats.org/officeDocument/2006/relationships/slideLayout" Target="/ppt/slideLayouts/slideLayout2.xml" Id="Rb980eac1345a4e0c" /><Relationship Type="http://schemas.openxmlformats.org/officeDocument/2006/relationships/slideLayout" Target="/ppt/slideLayouts/slideLayout3.xml" Id="Rd510e1c84b6244c4" /><Relationship Type="http://schemas.openxmlformats.org/officeDocument/2006/relationships/slideLayout" Target="/ppt/slideLayouts/slideLayout4.xml" Id="R1c175049d8184616" /><Relationship Type="http://schemas.openxmlformats.org/officeDocument/2006/relationships/slideLayout" Target="/ppt/slideLayouts/slideLayout5.xml" Id="R8d6425659f0f4232" /><Relationship Type="http://schemas.openxmlformats.org/officeDocument/2006/relationships/slideLayout" Target="/ppt/slideLayouts/slideLayout6.xml" Id="R11056bb171554c1b" /><Relationship Type="http://schemas.openxmlformats.org/officeDocument/2006/relationships/slideLayout" Target="/ppt/slideLayouts/slideLayout7.xml" Id="Rc2f10cff78d94be5" /><Relationship Type="http://schemas.openxmlformats.org/officeDocument/2006/relationships/slideLayout" Target="/ppt/slideLayouts/slideLayout8.xml" Id="Rdb25d94fc7ca40bf" /><Relationship Type="http://schemas.openxmlformats.org/officeDocument/2006/relationships/slideLayout" Target="/ppt/slideLayouts/slideLayout9.xml" Id="Rdeea267f73334908" /><Relationship Type="http://schemas.openxmlformats.org/officeDocument/2006/relationships/slideLayout" Target="/ppt/slideLayouts/slideLayout10.xml" Id="R5a13e386249a412f" /><Relationship Type="http://schemas.openxmlformats.org/officeDocument/2006/relationships/slideLayout" Target="/ppt/slideLayouts/slideLayout11.xml" Id="R8640fe3dbc1d43b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266BE91-D298-4EC9-9DA7-D04CF92EF9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3142CC-F6CD-4629-949D-6755E431F3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DED7B6-1123-436C-B2B4-6AFBFC96C75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10/17/26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558FFE-9C96-4935-9E21-5D21B7BD511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A955CC-1B92-402D-8E5D-F4770B7232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78b42234f9456c"/>
    <p:sldLayoutId xmlns:r="http://schemas.openxmlformats.org/officeDocument/2006/relationships" id="2147483650" r:id="Rb980eac1345a4e0c"/>
    <p:sldLayoutId xmlns:r="http://schemas.openxmlformats.org/officeDocument/2006/relationships" id="2147483651" r:id="Rd510e1c84b6244c4"/>
    <p:sldLayoutId xmlns:r="http://schemas.openxmlformats.org/officeDocument/2006/relationships" id="2147483652" r:id="R1c175049d8184616"/>
    <p:sldLayoutId xmlns:r="http://schemas.openxmlformats.org/officeDocument/2006/relationships" id="2147483653" r:id="R8d6425659f0f4232"/>
    <p:sldLayoutId xmlns:r="http://schemas.openxmlformats.org/officeDocument/2006/relationships" id="2147483654" r:id="R11056bb171554c1b"/>
    <p:sldLayoutId xmlns:r="http://schemas.openxmlformats.org/officeDocument/2006/relationships" id="2147483655" r:id="Rc2f10cff78d94be5"/>
    <p:sldLayoutId xmlns:r="http://schemas.openxmlformats.org/officeDocument/2006/relationships" id="2147483656" r:id="Rdb25d94fc7ca40bf"/>
    <p:sldLayoutId xmlns:r="http://schemas.openxmlformats.org/officeDocument/2006/relationships" id="2147483657" r:id="Rdeea267f73334908"/>
    <p:sldLayoutId xmlns:r="http://schemas.openxmlformats.org/officeDocument/2006/relationships" id="2147483658" r:id="R5a13e386249a412f"/>
    <p:sldLayoutId xmlns:r="http://schemas.openxmlformats.org/officeDocument/2006/relationships" id="2147483659" r:id="R8640fe3dbc1d43b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03c388de3d435d" /><Relationship Type="http://schemas.openxmlformats.org/officeDocument/2006/relationships/notesSlide" Target="/ppt/notesSlides/notesSlide1.xml" Id="R0a3c4676b2dc41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3BCFF6-C521-436C-B18B-2ADF6C364020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 flipV="1">
            <a:off x="6838950" y="5067300"/>
            <a:ext cx="3119438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dash"/>
            <a:tailEnd type="triangle" w="med" len="med"/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4469C7-05D3-4361-89DD-4E5C896F99F1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9953625" y="3505200"/>
            <a:ext cx="4763" cy="19240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8DB187-E9BE-4F97-8E4B-5F8326E7A69F}"/>
              </a:ext>
            </a:extLst>
          </p:cNvPr>
          <p:cNvCxnSpPr>
            <a:stCxn xmlns:a="http://schemas.openxmlformats.org/drawingml/2006/main" id="19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H="1" flipV="1">
            <a:off x="6838950" y="5067300"/>
            <a:ext cx="261938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81CFAC-195C-4093-AEAF-B6D71A559C99}"/>
              </a:ext>
            </a:extLst>
          </p:cNvPr>
          <p:cNvCxnSpPr>
            <a:stCxn xmlns:a="http://schemas.openxmlformats.org/drawingml/2006/main" id="18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H="1" flipV="1">
            <a:off x="2647950" y="5067300"/>
            <a:ext cx="1738313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6CDBC7-1D4D-4257-926E-BFE56634B36D}"/>
              </a:ext>
            </a:extLst>
          </p:cNvPr>
          <p:cNvCxnSpPr>
            <a:stCxn xmlns:a="http://schemas.openxmlformats.org/drawingml/2006/main" id="16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1671638" y="5067300"/>
            <a:ext cx="976313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6F4FFC-B640-4842-BB68-C1F3B99BC296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H="1" flipV="1">
            <a:off x="4210050" y="4286250"/>
            <a:ext cx="26289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436D6E-5E62-401D-BC59-90E655C5F20B}"/>
              </a:ext>
            </a:extLst>
          </p:cNvPr>
          <p:cNvCxnSpPr>
            <a:stCxn xmlns:a="http://schemas.openxmlformats.org/drawingml/2006/main" id="14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2647950" y="4286250"/>
            <a:ext cx="156210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CFB4A6-1D66-4AD8-AAAA-52A4CE8225FD}"/>
              </a:ext>
            </a:extLst>
          </p:cNvPr>
          <p:cNvCxnSpPr>
            <a:stCxn xmlns:a="http://schemas.openxmlformats.org/drawingml/2006/main" id="17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4210050" y="35052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C3BD0A-3A78-4DAE-A6E8-32DB79506C10}"/>
              </a:ext>
            </a:extLst>
          </p:cNvPr>
          <p:cNvCxnSpPr>
            <a:stCxn xmlns:a="http://schemas.openxmlformats.org/drawingml/2006/main" id="12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H="1" flipV="1">
            <a:off x="6096000" y="2724150"/>
            <a:ext cx="385762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1B6DF3-5F92-4BBA-80E7-3AC2554C865B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4210050" y="2724150"/>
            <a:ext cx="18859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41629D-B0B8-4DE0-9FC0-7135117CBC2A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42" idx="2"/>
          </p:cNvCxnSpPr>
          <p:nvPr/>
        </p:nvCxnSpPr>
        <p:spPr>
          <a:xfrm xmlns:a="http://schemas.openxmlformats.org/drawingml/2006/main" flipV="1">
            <a:off x="6096000" y="19621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22193">
            <a:solidFill>
              <a:srgbClr val="7FA08E"/>
            </a:solidFill>
            <a:prstDash val="solid"/>
            <a:tailEnd type="triangle" w="med" len="med"/>
          </a:ln>
        </p:spPr>
      </p:cxn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BB89CE6-6F7A-4F25-9BBC-967D4E0C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32" y="254032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800" b="1">
                <a:solidFill>
                  <a:srgbClr val="2F6B4F"/>
                </a:solidFill>
                <a:latin typeface="Pretendard"/>
                <a:ea typeface="Pretendard"/>
                <a:cs typeface="Pretendard"/>
              </a:rPr>
              <a:t>WhyTree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D3656F-843A-414A-A8EA-C10A9973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00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100" b="0">
                <a:solidFill>
                  <a:srgbClr val="6A7179"/>
                </a:solidFill>
                <a:latin typeface="Pretendard"/>
                <a:ea typeface="Pretendard"/>
                <a:cs typeface="Pretendard"/>
              </a:rPr>
              <a:t>이름</a:t>
            </a:r>
          </a:p>
        </p:txBody>
      </p:sp>
      <p:sp>
        <p:nvSpPr>
          <p:cNvPr id="4" name="입력: 이름 또는 별명">
            <a:extLst xmlns:a="http://schemas.openxmlformats.org/drawingml/2006/main">
              <a:ext uri="{FF2B5EF4-FFF2-40B4-BE49-F238E27FC236}">
                <a16:creationId xmlns:a16="http://schemas.microsoft.com/office/drawing/2014/main" id="{A3908541-41F2-40BA-8030-B2E0977C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2400"/>
            <a:ext cx="1524000" cy="35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C9C4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양진석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2617CF-6FE3-4D61-878C-6947BBE6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100" b="0">
                <a:solidFill>
                  <a:srgbClr val="6A7179"/>
                </a:solidFill>
                <a:latin typeface="Pretendard"/>
                <a:ea typeface="Pretendard"/>
                <a:cs typeface="Pretendard"/>
              </a:rPr>
              <a:t>날짜</a:t>
            </a:r>
          </a:p>
        </p:txBody>
      </p:sp>
      <p:sp>
        <p:nvSpPr>
          <p:cNvPr id="6" name="입력: 날짜">
            <a:extLst xmlns:a="http://schemas.openxmlformats.org/drawingml/2006/main">
              <a:ext uri="{FF2B5EF4-FFF2-40B4-BE49-F238E27FC236}">
                <a16:creationId xmlns:a16="http://schemas.microsoft.com/office/drawing/2014/main" id="{FFA52518-FDA7-4459-BF90-84179433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2400"/>
            <a:ext cx="1209675" cy="3555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C9C4B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2026-10-29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9C1C9FD-1FDF-44E2-8A1A-260497F2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32" y="781050"/>
            <a:ext cx="1133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 algn="l">
              <a:defRPr sz="1500" b="1">
                <a:solidFill>
                  <a:srgbClr val="2F6B4F"/>
                </a:solidFill>
              </a:defRPr>
            </a:defPPr>
            <a:lvl1pPr algn="l">
              <a:buNone/>
              <a:defRPr sz="1500" b="1">
                <a:solidFill>
                  <a:srgbClr val="2F6B4F"/>
                </a:solidFill>
              </a:defRPr>
            </a:lvl1pPr>
            <a:lvl2pPr algn="l">
              <a:buNone/>
              <a:defRPr sz="1500" b="1">
                <a:solidFill>
                  <a:srgbClr val="2F6B4F"/>
                </a:solidFill>
              </a:defRPr>
            </a:lvl2pPr>
            <a:lvl3pPr algn="l">
              <a:buNone/>
              <a:defRPr sz="1500" b="1">
                <a:solidFill>
                  <a:srgbClr val="2F6B4F"/>
                </a:solidFill>
              </a:defRPr>
            </a:lvl3pPr>
            <a:lvl4pPr algn="l">
              <a:buNone/>
              <a:defRPr sz="1500" b="1">
                <a:solidFill>
                  <a:srgbClr val="2F6B4F"/>
                </a:solidFill>
              </a:defRPr>
            </a:lvl4pPr>
            <a:lvl5pPr algn="l">
              <a:buNone/>
              <a:defRPr sz="1500" b="1">
                <a:solidFill>
                  <a:srgbClr val="2F6B4F"/>
                </a:solidFill>
              </a:defRPr>
            </a:lvl5pPr>
            <a:lvl6pPr algn="l">
              <a:buNone/>
              <a:defRPr sz="1500" b="1">
                <a:solidFill>
                  <a:srgbClr val="2F6B4F"/>
                </a:solidFill>
              </a:defRPr>
            </a:lvl6pPr>
            <a:lvl7pPr algn="l">
              <a:buNone/>
              <a:defRPr sz="1500" b="1">
                <a:solidFill>
                  <a:srgbClr val="2F6B4F"/>
                </a:solidFill>
              </a:defRPr>
            </a:lvl7pPr>
            <a:lvl8pPr algn="l">
              <a:buNone/>
              <a:defRPr sz="1500" b="1">
                <a:solidFill>
                  <a:srgbClr val="2F6B4F"/>
                </a:solidFill>
              </a:defRPr>
            </a:lvl8pPr>
            <a:lvl9pPr algn="l">
              <a:buNone/>
              <a:defRPr sz="1500" b="1">
                <a:solidFill>
                  <a:srgbClr val="2F6B4F"/>
                </a:solidFill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F6B4F"/>
                </a:solidFill>
              </a:defRPr>
            </a:pPr>
            <a:r>
              <a:rPr sz="1500" b="1">
                <a:solidFill>
                  <a:srgbClr val="2F6B4F"/>
                </a:solidFill>
                <a:latin typeface="Pretendard"/>
                <a:ea typeface="Pretendard"/>
                <a:cs typeface="Pretendard"/>
              </a:rPr>
              <a:t>말로 편하게 남기는 일기 앱</a:t>
            </a:r>
          </a:p>
        </p:txBody>
      </p:sp>
      <p:sp>
        <p:nvSpPr>
          <p:cNvPr id="10" name="why: 좋은 하루">
            <a:extLst xmlns:a="http://schemas.openxmlformats.org/drawingml/2006/main">
              <a:ext uri="{FF2B5EF4-FFF2-40B4-BE49-F238E27FC236}">
                <a16:creationId xmlns:a16="http://schemas.microsoft.com/office/drawing/2014/main" id="{06B60492-0570-4AD1-9DB8-DA260A8C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66950"/>
            <a:ext cx="3333750" cy="457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나의 발자국과 변화를 돌아보기</a:t>
            </a:r>
          </a:p>
        </p:txBody>
      </p:sp>
      <p:sp>
        <p:nvSpPr>
          <p:cNvPr id="11" name="why: 개운한 몸">
            <a:extLst xmlns:a="http://schemas.openxmlformats.org/drawingml/2006/main">
              <a:ext uri="{FF2B5EF4-FFF2-40B4-BE49-F238E27FC236}">
                <a16:creationId xmlns:a16="http://schemas.microsoft.com/office/drawing/2014/main" id="{A8517F07-550D-4D7E-A436-883DCCC3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48000"/>
            <a:ext cx="3333750" cy="457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하루의 기분과 기억을 보존하기</a:t>
            </a:r>
          </a:p>
        </p:txBody>
      </p:sp>
      <p:sp>
        <p:nvSpPr>
          <p:cNvPr id="12" name="why: 뿌듯한 나">
            <a:extLst xmlns:a="http://schemas.openxmlformats.org/drawingml/2006/main">
              <a:ext uri="{FF2B5EF4-FFF2-40B4-BE49-F238E27FC236}">
                <a16:creationId xmlns:a16="http://schemas.microsoft.com/office/drawing/2014/main" id="{1AA214BD-1537-433E-9B69-E1475249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48000"/>
            <a:ext cx="2857500" cy="457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지난 하루를 다시 돌아보기</a:t>
            </a:r>
          </a:p>
        </p:txBody>
      </p:sp>
      <p:sp>
        <p:nvSpPr>
          <p:cNvPr id="13" name="why: 잘 자기">
            <a:extLst xmlns:a="http://schemas.openxmlformats.org/drawingml/2006/main">
              <a:ext uri="{FF2B5EF4-FFF2-40B4-BE49-F238E27FC236}">
                <a16:creationId xmlns:a16="http://schemas.microsoft.com/office/drawing/2014/main" id="{808463AD-0A0D-4FF3-A623-74744CC2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10100"/>
            <a:ext cx="2857500" cy="457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기록을 이어가는 부담 줄이기</a:t>
            </a:r>
          </a:p>
        </p:txBody>
      </p:sp>
      <p:sp>
        <p:nvSpPr>
          <p:cNvPr id="14" name="why: 목 상태 개선">
            <a:extLst xmlns:a="http://schemas.openxmlformats.org/drawingml/2006/main">
              <a:ext uri="{FF2B5EF4-FFF2-40B4-BE49-F238E27FC236}">
                <a16:creationId xmlns:a16="http://schemas.microsoft.com/office/drawing/2014/main" id="{ADA1915B-7073-491E-B49B-5394EC1E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10100"/>
            <a:ext cx="2667000" cy="457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기록에 드는 수고 줄이기</a:t>
            </a:r>
          </a:p>
        </p:txBody>
      </p:sp>
      <p:sp>
        <p:nvSpPr>
          <p:cNvPr id="15" name="why: 운동">
            <a:extLst xmlns:a="http://schemas.openxmlformats.org/drawingml/2006/main">
              <a:ext uri="{FF2B5EF4-FFF2-40B4-BE49-F238E27FC236}">
                <a16:creationId xmlns:a16="http://schemas.microsoft.com/office/drawing/2014/main" id="{3536B670-9516-44CD-8A16-2E39E1B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29250"/>
            <a:ext cx="2524125" cy="5524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가끔 예전 기록 꺼내 보기</a:t>
            </a:r>
          </a:p>
        </p:txBody>
      </p:sp>
      <p:sp>
        <p:nvSpPr>
          <p:cNvPr id="16" name="why: 목 마사지기">
            <a:extLst xmlns:a="http://schemas.openxmlformats.org/drawingml/2006/main">
              <a:ext uri="{FF2B5EF4-FFF2-40B4-BE49-F238E27FC236}">
                <a16:creationId xmlns:a16="http://schemas.microsoft.com/office/drawing/2014/main" id="{8E59A5AF-8E84-4031-83E5-4C3FB95E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29250"/>
            <a:ext cx="2524125" cy="5524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타이핑 대신 자유롭게 말하기</a:t>
            </a:r>
          </a:p>
        </p:txBody>
      </p:sp>
      <p:sp>
        <p:nvSpPr>
          <p:cNvPr id="17" name="seed: 침대">
            <a:extLst xmlns:a="http://schemas.openxmlformats.org/drawingml/2006/main">
              <a:ext uri="{FF2B5EF4-FFF2-40B4-BE49-F238E27FC236}">
                <a16:creationId xmlns:a16="http://schemas.microsoft.com/office/drawing/2014/main" id="{B124F7A4-A4F0-41A1-A7D7-79D19F1A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829050"/>
            <a:ext cx="3333750" cy="4572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6EBDD"/>
          </a:solidFill>
          <a:ln xmlns:a="http://schemas.openxmlformats.org/drawingml/2006/main" w="31718">
            <a:solidFill>
              <a:srgbClr val="C8792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나의 하루를 기록하고 정리하기</a:t>
            </a:r>
          </a:p>
        </p:txBody>
      </p:sp>
      <p:sp>
        <p:nvSpPr>
          <p:cNvPr id="18" name="why: 베개">
            <a:extLst xmlns:a="http://schemas.openxmlformats.org/drawingml/2006/main">
              <a:ext uri="{FF2B5EF4-FFF2-40B4-BE49-F238E27FC236}">
                <a16:creationId xmlns:a16="http://schemas.microsoft.com/office/drawing/2014/main" id="{CF4B2C11-CE47-42CC-A978-380B42A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429250"/>
            <a:ext cx="2524125" cy="5524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두서없는 이야기를 일기로 정리하기</a:t>
            </a:r>
          </a:p>
        </p:txBody>
      </p:sp>
      <p:sp>
        <p:nvSpPr>
          <p:cNvPr id="19" name="why: 암막 커튼">
            <a:extLst xmlns:a="http://schemas.openxmlformats.org/drawingml/2006/main">
              <a:ext uri="{FF2B5EF4-FFF2-40B4-BE49-F238E27FC236}">
                <a16:creationId xmlns:a16="http://schemas.microsoft.com/office/drawing/2014/main" id="{AAD0FC05-EB4C-4019-9E39-C3EAAEF0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429250"/>
            <a:ext cx="2524125" cy="5524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dash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buNone/>
              <a:defRPr sz="1300" b="1">
                <a:solidFill>
                  <a:srgbClr val="1F2A2E"/>
                </a:solidFill>
              </a:defRPr>
            </a:lvl1pPr>
            <a:lvl2pPr algn="ctr">
              <a:buNone/>
              <a:defRPr sz="1300" b="1">
                <a:solidFill>
                  <a:srgbClr val="1F2A2E"/>
                </a:solidFill>
              </a:defRPr>
            </a:lvl2pPr>
            <a:lvl3pPr algn="ctr">
              <a:buNone/>
              <a:defRPr sz="1300" b="1">
                <a:solidFill>
                  <a:srgbClr val="1F2A2E"/>
                </a:solidFill>
              </a:defRPr>
            </a:lvl3pPr>
            <a:lvl4pPr algn="ctr">
              <a:buNone/>
              <a:defRPr sz="1300" b="1">
                <a:solidFill>
                  <a:srgbClr val="1F2A2E"/>
                </a:solidFill>
              </a:defRPr>
            </a:lvl4pPr>
            <a:lvl5pPr algn="ctr">
              <a:buNone/>
              <a:defRPr sz="1300" b="1">
                <a:solidFill>
                  <a:srgbClr val="1F2A2E"/>
                </a:solidFill>
              </a:defRPr>
            </a:lvl5pPr>
            <a:lvl6pPr algn="ctr">
              <a:buNone/>
              <a:defRPr sz="1300" b="1">
                <a:solidFill>
                  <a:srgbClr val="1F2A2E"/>
                </a:solidFill>
              </a:defRPr>
            </a:lvl6pPr>
            <a:lvl7pPr algn="ctr">
              <a:buNone/>
              <a:defRPr sz="1300" b="1">
                <a:solidFill>
                  <a:srgbClr val="1F2A2E"/>
                </a:solidFill>
              </a:defRPr>
            </a:lvl7pPr>
            <a:lvl8pPr algn="ctr">
              <a:buNone/>
              <a:defRPr sz="1300" b="1">
                <a:solidFill>
                  <a:srgbClr val="1F2A2E"/>
                </a:solidFill>
              </a:defRPr>
            </a:lvl8pPr>
            <a:lvl9pPr algn="ctr">
              <a:buNone/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buNone/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  <a:latin typeface="Pretendard"/>
                <a:ea typeface="Pretendard"/>
                <a:cs typeface="Pretendard"/>
              </a:rPr>
              <a:t>30초 정도의 짧은 기록 남기기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935B2CC-7FAA-43E7-BADF-D1B921E9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343650"/>
            <a:ext cx="1138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>
            <a:defPPr algn="l">
              <a:defRPr sz="1100">
                <a:solidFill>
                  <a:srgbClr val="4A5568"/>
                </a:solidFill>
              </a:defRPr>
            </a:defPPr>
            <a:lvl1pPr algn="l">
              <a:buNone/>
              <a:defRPr sz="1100">
                <a:solidFill>
                  <a:srgbClr val="4A5568"/>
                </a:solidFill>
              </a:defRPr>
            </a:lvl1pPr>
            <a:lvl2pPr algn="l">
              <a:buNone/>
              <a:defRPr sz="1100">
                <a:solidFill>
                  <a:srgbClr val="4A5568"/>
                </a:solidFill>
              </a:defRPr>
            </a:lvl2pPr>
            <a:lvl3pPr algn="l">
              <a:buNone/>
              <a:defRPr sz="1100">
                <a:solidFill>
                  <a:srgbClr val="4A5568"/>
                </a:solidFill>
              </a:defRPr>
            </a:lvl3pPr>
            <a:lvl4pPr algn="l">
              <a:buNone/>
              <a:defRPr sz="1100">
                <a:solidFill>
                  <a:srgbClr val="4A5568"/>
                </a:solidFill>
              </a:defRPr>
            </a:lvl4pPr>
            <a:lvl5pPr algn="l">
              <a:buNone/>
              <a:defRPr sz="1100">
                <a:solidFill>
                  <a:srgbClr val="4A5568"/>
                </a:solidFill>
              </a:defRPr>
            </a:lvl5pPr>
            <a:lvl6pPr algn="l">
              <a:buNone/>
              <a:defRPr sz="1100">
                <a:solidFill>
                  <a:srgbClr val="4A5568"/>
                </a:solidFill>
              </a:defRPr>
            </a:lvl6pPr>
            <a:lvl7pPr algn="l">
              <a:buNone/>
              <a:defRPr sz="1100">
                <a:solidFill>
                  <a:srgbClr val="4A5568"/>
                </a:solidFill>
              </a:defRPr>
            </a:lvl7pPr>
            <a:lvl8pPr algn="l">
              <a:buNone/>
              <a:defRPr sz="1100">
                <a:solidFill>
                  <a:srgbClr val="4A5568"/>
                </a:solidFill>
              </a:defRPr>
            </a:lvl8pPr>
            <a:lvl9pPr algn="l">
              <a:buNone/>
              <a:defRPr sz="1100">
                <a:solidFill>
                  <a:srgbClr val="4A5568"/>
                </a:solidFill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100">
                <a:solidFill>
                  <a:srgbClr val="4A5568"/>
                </a:solidFill>
              </a:defRPr>
            </a:pPr>
            <a:r>
              <a:rPr sz="1100" b="0">
                <a:solidFill>
                  <a:srgbClr val="4A5568"/>
                </a:solidFill>
                <a:latin typeface="Pretendard"/>
                <a:ea typeface="Pretendard"/>
                <a:cs typeface="Pretendard"/>
              </a:rPr>
              <a:t>주황 상자: 출발점    점선 상자: 새로 찾은 방법    점선 화살표: 기록을 이어가는 데에도 도움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834F7F-9912-4A31-AF02-66F2704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133475"/>
            <a:ext cx="1133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>
                <a:solidFill>
                  <a:srgbClr val="4A5568"/>
                </a:solidFill>
              </a:defRPr>
            </a:defPPr>
            <a:lvl1pPr>
              <a:buNone/>
              <a:defRPr sz="1200">
                <a:solidFill>
                  <a:srgbClr val="4A5568"/>
                </a:solidFill>
              </a:defRPr>
            </a:lvl1pPr>
            <a:lvl2pPr>
              <a:buNone/>
              <a:defRPr sz="1200">
                <a:solidFill>
                  <a:srgbClr val="4A5568"/>
                </a:solidFill>
              </a:defRPr>
            </a:lvl2pPr>
            <a:lvl3pPr>
              <a:buNone/>
              <a:defRPr sz="1200">
                <a:solidFill>
                  <a:srgbClr val="4A5568"/>
                </a:solidFill>
              </a:defRPr>
            </a:lvl3pPr>
            <a:lvl4pPr>
              <a:buNone/>
              <a:defRPr sz="1200">
                <a:solidFill>
                  <a:srgbClr val="4A5568"/>
                </a:solidFill>
              </a:defRPr>
            </a:lvl4pPr>
            <a:lvl5pPr>
              <a:buNone/>
              <a:defRPr sz="1200">
                <a:solidFill>
                  <a:srgbClr val="4A5568"/>
                </a:solidFill>
              </a:defRPr>
            </a:lvl5pPr>
            <a:lvl6pPr>
              <a:buNone/>
              <a:defRPr sz="1200">
                <a:solidFill>
                  <a:srgbClr val="4A5568"/>
                </a:solidFill>
              </a:defRPr>
            </a:lvl6pPr>
            <a:lvl7pPr>
              <a:buNone/>
              <a:defRPr sz="1200">
                <a:solidFill>
                  <a:srgbClr val="4A5568"/>
                </a:solidFill>
              </a:defRPr>
            </a:lvl7pPr>
            <a:lvl8pPr>
              <a:buNone/>
              <a:defRPr sz="1200">
                <a:solidFill>
                  <a:srgbClr val="4A5568"/>
                </a:solidFill>
              </a:defRPr>
            </a:lvl8pPr>
            <a:lvl9pPr>
              <a:buNone/>
              <a:defRPr sz="1200">
                <a:solidFill>
                  <a:srgbClr val="4A5568"/>
                </a:solidFill>
              </a:defRPr>
            </a:lvl9pPr>
          </a:lstStyle>
          <a:p xmlns:a="http://schemas.openxmlformats.org/drawingml/2006/main">
            <a:pPr>
              <a:buNone/>
              <a:defRPr sz="1200">
                <a:solidFill>
                  <a:srgbClr val="4A5568"/>
                </a:solidFill>
              </a:defRPr>
            </a:pPr>
            <a:r>
              <a:rPr sz="1200">
                <a:solidFill>
                  <a:srgbClr val="4A5568"/>
                </a:solidFill>
              </a:rPr>
              <a:t>일기를 쓰고 싶지만 타이핑·문장 정리가 번거롭고, 하루 이틀 쓰다가 그만두는 사람을 위해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9EDAC1-22A2-466C-84FD-35F9F69A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04950"/>
            <a:ext cx="3333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E4C4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00" b="1">
                <a:solidFill>
                  <a:srgbClr val="1F2A2E"/>
                </a:solidFill>
              </a:defRPr>
            </a:defPPr>
            <a:lvl1pPr algn="ctr">
              <a:defRPr sz="1300" b="1">
                <a:solidFill>
                  <a:srgbClr val="1F2A2E"/>
                </a:solidFill>
              </a:defRPr>
            </a:lvl1pPr>
            <a:lvl2pPr algn="ctr">
              <a:defRPr sz="1300" b="1">
                <a:solidFill>
                  <a:srgbClr val="1F2A2E"/>
                </a:solidFill>
              </a:defRPr>
            </a:lvl2pPr>
            <a:lvl3pPr algn="ctr">
              <a:defRPr sz="1300" b="1">
                <a:solidFill>
                  <a:srgbClr val="1F2A2E"/>
                </a:solidFill>
              </a:defRPr>
            </a:lvl3pPr>
            <a:lvl4pPr algn="ctr">
              <a:defRPr sz="1300" b="1">
                <a:solidFill>
                  <a:srgbClr val="1F2A2E"/>
                </a:solidFill>
              </a:defRPr>
            </a:lvl4pPr>
            <a:lvl5pPr algn="ctr">
              <a:defRPr sz="1300" b="1">
                <a:solidFill>
                  <a:srgbClr val="1F2A2E"/>
                </a:solidFill>
              </a:defRPr>
            </a:lvl5pPr>
            <a:lvl6pPr algn="ctr">
              <a:defRPr sz="1300" b="1">
                <a:solidFill>
                  <a:srgbClr val="1F2A2E"/>
                </a:solidFill>
              </a:defRPr>
            </a:lvl6pPr>
            <a:lvl7pPr algn="ctr">
              <a:defRPr sz="1300" b="1">
                <a:solidFill>
                  <a:srgbClr val="1F2A2E"/>
                </a:solidFill>
              </a:defRPr>
            </a:lvl7pPr>
            <a:lvl8pPr algn="ctr">
              <a:defRPr sz="1300" b="1">
                <a:solidFill>
                  <a:srgbClr val="1F2A2E"/>
                </a:solidFill>
              </a:defRPr>
            </a:lvl8pPr>
            <a:lvl9pPr algn="ctr">
              <a:defRPr sz="1300" b="1">
                <a:solidFill>
                  <a:srgbClr val="1F2A2E"/>
                </a:solidFill>
              </a:defRPr>
            </a:lvl9pPr>
          </a:lstStyle>
          <a:p xmlns:a="http://schemas.openxmlformats.org/drawingml/2006/main">
            <a:pPr algn="ctr">
              <a:defRPr sz="1300" b="1">
                <a:solidFill>
                  <a:srgbClr val="1F2A2E"/>
                </a:solidFill>
              </a:defRPr>
            </a:pPr>
            <a:r>
              <a:rPr sz="1300" b="1">
                <a:solidFill>
                  <a:srgbClr val="1F2A2E"/>
                </a:solidFill>
              </a:rPr>
              <a:t>나를 이해하고 성장하기</a:t>
            </a:r>
          </a:p>
        </p:txBody>
      </p:sp>
    </p:spTree>
    <p:extLst>
      <p:ext uri="{BB962C8B-B14F-4D97-AF65-F5344CB8AC3E}">
        <p14:creationId xmlns:p14="http://schemas.microsoft.com/office/powerpoint/2010/main" val="17412598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2026-10-29T07:49:25.8170000Z</dcterms:created>
  <dcterms:modified xsi:type="dcterms:W3CDTF">2026-10-29T07:49:25.8170000Z</dcterms:modified>
</coreProperties>
</file>