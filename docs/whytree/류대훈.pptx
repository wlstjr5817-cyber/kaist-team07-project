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napToObjects="1">
      <p:cViewPr varScale="1">
        <p:scale>
          <a:sx n="120" d="100"/>
          <a:sy n="120" d="100"/>
        </p:scale>
        <p:origin x="8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TextBox 1"/>
          <p:cNvSpPr txBox="1"/>
          <p:nvPr/>
        </p:nvSpPr>
        <p:spPr>
          <a:xfrm>
            <a:off x="812800" y="635000"/>
            <a:ext cx="10566400" cy="508000"/>
          </a:xfrm>
          <a:prstGeom prst="rect">
            <a:avLst/>
          </a:prstGeom>
          <a:noFill/>
        </p:spPr>
        <p:txBody>
          <a:bodyPr wrap="square" lIns="0" tIns="0" rIns="0" bIns="0" anchor="t">
            <a:spAutoFit/>
          </a:bodyPr>
          <a:lstStyle/>
          <a:p>
            <a:pPr algn="l">
              <a:lnSpc>
                <a:spcPct val="125000"/>
              </a:lnSpc>
            </a:pPr>
            <a:r>
              <a:rPr sz="2800" b="1">
                <a:solidFill>
                  <a:srgbClr val="1F2A2E"/>
                </a:solidFill>
                <a:latin typeface="Pretendard"/>
              </a:rPr>
              <a:t>WhyTree 템플릿 사용법</a:t>
            </a:r>
          </a:p>
        </p:txBody>
      </p:sp>
      <p:sp>
        <p:nvSpPr>
          <p:cNvPr id="3" name="TextBox 2"/>
          <p:cNvSpPr txBox="1"/>
          <p:nvPr/>
        </p:nvSpPr>
        <p:spPr>
          <a:xfrm>
            <a:off x="812800" y="1460500"/>
            <a:ext cx="8001000" cy="2228559"/>
          </a:xfrm>
          <a:prstGeom prst="rect">
            <a:avLst/>
          </a:prstGeom>
          <a:noFill/>
        </p:spPr>
        <p:txBody>
          <a:bodyPr wrap="square" lIns="0" tIns="0" rIns="0" bIns="0" anchor="t">
            <a:spAutoFit/>
          </a:bodyPr>
          <a:lstStyle/>
          <a:p>
            <a:pPr marL="342900" indent="-342900" algn="l">
              <a:lnSpc>
                <a:spcPct val="125000"/>
              </a:lnSpc>
              <a:buFont typeface="+mj-lt"/>
              <a:buAutoNum type="arabicPeriod"/>
            </a:pP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이름이나</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별명</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날짜</a:t>
            </a:r>
            <a:r>
              <a:rPr lang="ko-KR" altLang="en-US"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를</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먼저</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씁니다</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나중에</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다시</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그려</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비교할</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때</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필요합니다</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a:t>
            </a:r>
          </a:p>
          <a:p>
            <a:pPr marL="342900" indent="-342900" algn="l">
              <a:lnSpc>
                <a:spcPct val="125000"/>
              </a:lnSpc>
              <a:buFont typeface="+mj-lt"/>
              <a:buAutoNum type="arabicPeriod"/>
            </a:pP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우리</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팀이</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하는</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일</a:t>
            </a:r>
            <a:r>
              <a:rPr lang="ko-KR" altLang="en-US"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중에 먼저 생각나는 다섯가지를 씨앗으로 적습니다</a:t>
            </a:r>
            <a:r>
              <a:rPr lang="en-US" altLang="ko-K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a:t>
            </a:r>
            <a:endPar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endParaRPr>
          </a:p>
          <a:p>
            <a:pPr marL="342900" indent="-342900" algn="l">
              <a:lnSpc>
                <a:spcPct val="125000"/>
              </a:lnSpc>
              <a:buFont typeface="+mj-lt"/>
              <a:buAutoNum type="arabicPeriod"/>
            </a:pP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위로</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갈수록</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본질적인</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목적</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(why)</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입니다</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각</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일에서</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왜</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중요한가</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를</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물으며</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올라갑니다</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a:t>
            </a:r>
          </a:p>
          <a:p>
            <a:pPr marL="342900" indent="-342900" algn="l">
              <a:lnSpc>
                <a:spcPct val="125000"/>
              </a:lnSpc>
              <a:buFont typeface="+mj-lt"/>
              <a:buAutoNum type="arabicPeriod"/>
            </a:pP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지금</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하지</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않지만</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새로</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찾은</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일은</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점선</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상자로</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그립니다</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a:t>
            </a:r>
          </a:p>
          <a:p>
            <a:pPr marL="342900" indent="-342900" algn="l">
              <a:lnSpc>
                <a:spcPct val="125000"/>
              </a:lnSpc>
              <a:buFont typeface="+mj-lt"/>
              <a:buAutoNum type="arabicPeriod"/>
            </a:pP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화살표는</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how에서</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why로</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아래에서</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위로</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향합니다</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endParaRPr lang="en-US"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endParaRPr>
          </a:p>
          <a:p>
            <a:pPr marL="342900" indent="-342900" algn="l">
              <a:lnSpc>
                <a:spcPct val="125000"/>
              </a:lnSpc>
              <a:buFont typeface="+mj-lt"/>
              <a:buAutoNum type="arabicPeriod"/>
            </a:pP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새</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화살표는</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기존</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화살표를</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복사한</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뒤</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양</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끝을</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상자의</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점에</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붙입니다</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a:t>
            </a:r>
          </a:p>
          <a:p>
            <a:pPr marL="342900" indent="-342900" algn="l">
              <a:lnSpc>
                <a:spcPct val="125000"/>
              </a:lnSpc>
              <a:buFont typeface="+mj-lt"/>
              <a:buAutoNum type="arabicPeriod"/>
            </a:pP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한</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상자에는</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한</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가지만</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짧은</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명사구로</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씁니다</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예</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결제</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단계</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줄이기</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a:t>
            </a:r>
          </a:p>
          <a:p>
            <a:pPr marL="342900" indent="-342900" algn="l">
              <a:lnSpc>
                <a:spcPct val="125000"/>
              </a:lnSpc>
              <a:buFont typeface="+mj-lt"/>
              <a:buAutoNum type="arabicPeriod"/>
            </a:pP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how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하나가</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여러</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why를</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도울</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때</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가장</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중요한</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why는</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실선</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부가적인</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why는</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점선으로</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연결합니다</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a:t>
            </a:r>
          </a:p>
          <a:p>
            <a:pPr marL="342900" indent="-342900" algn="l">
              <a:lnSpc>
                <a:spcPct val="125000"/>
              </a:lnSpc>
              <a:buFont typeface="+mj-lt"/>
              <a:buAutoNum type="arabicPeriod"/>
            </a:pP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선택</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대상에</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따라</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why가</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갈라지면</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누구를</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위한</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WhyTree인지</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 </a:t>
            </a:r>
            <a:r>
              <a:rPr sz="1300" dirty="0" err="1">
                <a:solidFill>
                  <a:srgbClr val="1F2A2E"/>
                </a:solidFill>
                <a:latin typeface="Pretendard" panose="02000503000000020004" pitchFamily="2" charset="-127"/>
                <a:ea typeface="Pretendard" panose="02000503000000020004" pitchFamily="2" charset="-127"/>
                <a:cs typeface="Pretendard" panose="02000503000000020004" pitchFamily="2" charset="-127"/>
              </a:rPr>
              <a:t>적습니다</a:t>
            </a:r>
            <a:r>
              <a:rPr sz="1300" dirty="0">
                <a:solidFill>
                  <a:srgbClr val="1F2A2E"/>
                </a:solidFill>
                <a:latin typeface="Pretendard" panose="02000503000000020004" pitchFamily="2" charset="-127"/>
                <a:ea typeface="Pretendard" panose="02000503000000020004" pitchFamily="2" charset="-127"/>
                <a:cs typeface="Pretendard" panose="02000503000000020004" pitchFamily="2" charset="-127"/>
              </a:rPr>
              <a:t>.</a:t>
            </a:r>
          </a:p>
        </p:txBody>
      </p:sp>
      <p:sp>
        <p:nvSpPr>
          <p:cNvPr id="4" name="TextBox 3"/>
          <p:cNvSpPr txBox="1"/>
          <p:nvPr/>
        </p:nvSpPr>
        <p:spPr>
          <a:xfrm>
            <a:off x="9398000" y="1460500"/>
            <a:ext cx="2159000" cy="254000"/>
          </a:xfrm>
          <a:prstGeom prst="rect">
            <a:avLst/>
          </a:prstGeom>
          <a:noFill/>
        </p:spPr>
        <p:txBody>
          <a:bodyPr wrap="square" lIns="0" tIns="0" rIns="0" bIns="0" anchor="t">
            <a:spAutoFit/>
          </a:bodyPr>
          <a:lstStyle/>
          <a:p>
            <a:pPr algn="l">
              <a:lnSpc>
                <a:spcPct val="125000"/>
              </a:lnSpc>
            </a:pPr>
            <a:r>
              <a:rPr sz="1100" b="1">
                <a:solidFill>
                  <a:srgbClr val="1F2A2E"/>
                </a:solidFill>
                <a:latin typeface="Pretendard"/>
              </a:rPr>
              <a:t>상자와 화살표</a:t>
            </a:r>
          </a:p>
        </p:txBody>
      </p:sp>
      <p:sp>
        <p:nvSpPr>
          <p:cNvPr id="5" name="견본: 상자"/>
          <p:cNvSpPr/>
          <p:nvPr/>
        </p:nvSpPr>
        <p:spPr>
          <a:xfrm>
            <a:off x="9398000" y="1771650"/>
            <a:ext cx="1651000" cy="342900"/>
          </a:xfrm>
          <a:prstGeom prst="roundRect">
            <a:avLst>
              <a:gd name="adj" fmla="val 6000"/>
            </a:avLst>
          </a:prstGeom>
          <a:solidFill>
            <a:srgbClr val="FFFFFF"/>
          </a:solidFill>
          <a:ln w="19050">
            <a:solidFill>
              <a:srgbClr val="3E4C47"/>
            </a:solidFill>
          </a:ln>
          <a:effectLst/>
        </p:spPr>
        <p:style>
          <a:lnRef idx="1">
            <a:schemeClr val="accent1"/>
          </a:lnRef>
          <a:fillRef idx="3">
            <a:schemeClr val="accent1"/>
          </a:fillRef>
          <a:effectRef idx="2">
            <a:schemeClr val="accent1"/>
          </a:effectRef>
          <a:fontRef idx="minor">
            <a:schemeClr val="lt1"/>
          </a:fontRef>
        </p:style>
        <p:txBody>
          <a:bodyPr wrap="square" lIns="63500" tIns="25400" rIns="63500" bIns="25400" rtlCol="0" anchor="ctr"/>
          <a:lstStyle/>
          <a:p>
            <a:pPr algn="ctr"/>
            <a:r>
              <a:rPr sz="1100" b="1">
                <a:solidFill>
                  <a:srgbClr val="1F2A2E"/>
                </a:solidFill>
                <a:latin typeface="Pretendard"/>
              </a:rPr>
              <a:t>상자</a:t>
            </a:r>
          </a:p>
        </p:txBody>
      </p:sp>
      <p:sp>
        <p:nvSpPr>
          <p:cNvPr id="6" name="견본: 씨앗"/>
          <p:cNvSpPr/>
          <p:nvPr/>
        </p:nvSpPr>
        <p:spPr>
          <a:xfrm>
            <a:off x="9398000" y="2216150"/>
            <a:ext cx="1651000" cy="342900"/>
          </a:xfrm>
          <a:prstGeom prst="roundRect">
            <a:avLst>
              <a:gd name="adj" fmla="val 6000"/>
            </a:avLst>
          </a:prstGeom>
          <a:solidFill>
            <a:srgbClr val="F6EBDD"/>
          </a:solidFill>
          <a:ln w="31750">
            <a:solidFill>
              <a:srgbClr val="C8792B"/>
            </a:solidFill>
          </a:ln>
          <a:effectLst/>
        </p:spPr>
        <p:style>
          <a:lnRef idx="1">
            <a:schemeClr val="accent1"/>
          </a:lnRef>
          <a:fillRef idx="3">
            <a:schemeClr val="accent1"/>
          </a:fillRef>
          <a:effectRef idx="2">
            <a:schemeClr val="accent1"/>
          </a:effectRef>
          <a:fontRef idx="minor">
            <a:schemeClr val="lt1"/>
          </a:fontRef>
        </p:style>
        <p:txBody>
          <a:bodyPr wrap="square" lIns="63500" tIns="25400" rIns="63500" bIns="25400" rtlCol="0" anchor="ctr"/>
          <a:lstStyle/>
          <a:p>
            <a:pPr algn="ctr"/>
            <a:r>
              <a:rPr sz="1100" b="1" dirty="0" err="1">
                <a:solidFill>
                  <a:srgbClr val="1F2A2E"/>
                </a:solidFill>
                <a:latin typeface="Pretendard"/>
              </a:rPr>
              <a:t>씨앗</a:t>
            </a:r>
            <a:r>
              <a:rPr sz="1100" b="1" dirty="0">
                <a:solidFill>
                  <a:srgbClr val="1F2A2E"/>
                </a:solidFill>
                <a:latin typeface="Pretendard"/>
              </a:rPr>
              <a:t> (</a:t>
            </a:r>
            <a:r>
              <a:rPr lang="ko-KR" altLang="en-US" sz="1100" b="1" dirty="0">
                <a:solidFill>
                  <a:srgbClr val="1F2A2E"/>
                </a:solidFill>
                <a:latin typeface="Pretendard"/>
              </a:rPr>
              <a:t>먼저 생각나는 </a:t>
            </a:r>
            <a:r>
              <a:rPr sz="1100" b="1" dirty="0" err="1">
                <a:solidFill>
                  <a:srgbClr val="1F2A2E"/>
                </a:solidFill>
                <a:latin typeface="Pretendard"/>
              </a:rPr>
              <a:t>일</a:t>
            </a:r>
            <a:r>
              <a:rPr sz="1100" b="1" dirty="0">
                <a:solidFill>
                  <a:srgbClr val="1F2A2E"/>
                </a:solidFill>
                <a:latin typeface="Pretendard"/>
              </a:rPr>
              <a:t>)</a:t>
            </a:r>
          </a:p>
        </p:txBody>
      </p:sp>
      <p:sp>
        <p:nvSpPr>
          <p:cNvPr id="7" name="견본: 아직 하지 않는 일 (점선)"/>
          <p:cNvSpPr/>
          <p:nvPr/>
        </p:nvSpPr>
        <p:spPr>
          <a:xfrm>
            <a:off x="9398000" y="2660650"/>
            <a:ext cx="1651000" cy="342900"/>
          </a:xfrm>
          <a:prstGeom prst="roundRect">
            <a:avLst>
              <a:gd name="adj" fmla="val 6000"/>
            </a:avLst>
          </a:prstGeom>
          <a:solidFill>
            <a:srgbClr val="FFFFFF"/>
          </a:solidFill>
          <a:ln w="19050">
            <a:solidFill>
              <a:srgbClr val="2F6B4F"/>
            </a:solidFill>
            <a:prstDash val="dash"/>
          </a:ln>
          <a:effectLst/>
        </p:spPr>
        <p:style>
          <a:lnRef idx="1">
            <a:schemeClr val="accent1"/>
          </a:lnRef>
          <a:fillRef idx="3">
            <a:schemeClr val="accent1"/>
          </a:fillRef>
          <a:effectRef idx="2">
            <a:schemeClr val="accent1"/>
          </a:effectRef>
          <a:fontRef idx="minor">
            <a:schemeClr val="lt1"/>
          </a:fontRef>
        </p:style>
        <p:txBody>
          <a:bodyPr wrap="square" lIns="63500" tIns="25400" rIns="63500" bIns="25400" rtlCol="0" anchor="ctr"/>
          <a:lstStyle/>
          <a:p>
            <a:pPr algn="ctr"/>
            <a:r>
              <a:rPr sz="1100" b="1">
                <a:solidFill>
                  <a:srgbClr val="1F2A2E"/>
                </a:solidFill>
                <a:latin typeface="Pretendard"/>
              </a:rPr>
              <a:t>아직 하지 않는 일</a:t>
            </a:r>
          </a:p>
        </p:txBody>
      </p:sp>
      <p:sp>
        <p:nvSpPr>
          <p:cNvPr id="8" name="견본: 실선 위"/>
          <p:cNvSpPr/>
          <p:nvPr/>
        </p:nvSpPr>
        <p:spPr>
          <a:xfrm>
            <a:off x="9461500" y="3155950"/>
            <a:ext cx="762000" cy="292100"/>
          </a:xfrm>
          <a:prstGeom prst="roundRect">
            <a:avLst>
              <a:gd name="adj" fmla="val 6000"/>
            </a:avLst>
          </a:prstGeom>
          <a:solidFill>
            <a:srgbClr val="FFFFFF"/>
          </a:solidFill>
          <a:ln w="19050">
            <a:solidFill>
              <a:srgbClr val="3E4C47"/>
            </a:solidFill>
          </a:ln>
          <a:effectLst/>
        </p:spPr>
        <p:style>
          <a:lnRef idx="1">
            <a:schemeClr val="accent1"/>
          </a:lnRef>
          <a:fillRef idx="3">
            <a:schemeClr val="accent1"/>
          </a:fillRef>
          <a:effectRef idx="2">
            <a:schemeClr val="accent1"/>
          </a:effectRef>
          <a:fontRef idx="minor">
            <a:schemeClr val="lt1"/>
          </a:fontRef>
        </p:style>
        <p:txBody>
          <a:bodyPr wrap="square" lIns="63500" tIns="25400" rIns="63500" bIns="25400" rtlCol="0" anchor="ctr"/>
          <a:lstStyle/>
          <a:p>
            <a:pPr algn="ctr"/>
            <a:r>
              <a:rPr sz="1000" b="1">
                <a:solidFill>
                  <a:srgbClr val="1F2A2E"/>
                </a:solidFill>
                <a:latin typeface="Pretendard"/>
              </a:rPr>
              <a:t>why</a:t>
            </a:r>
          </a:p>
        </p:txBody>
      </p:sp>
      <p:sp>
        <p:nvSpPr>
          <p:cNvPr id="9" name="견본: 실선 아래"/>
          <p:cNvSpPr/>
          <p:nvPr/>
        </p:nvSpPr>
        <p:spPr>
          <a:xfrm>
            <a:off x="9461500" y="3727450"/>
            <a:ext cx="762000" cy="292100"/>
          </a:xfrm>
          <a:prstGeom prst="roundRect">
            <a:avLst>
              <a:gd name="adj" fmla="val 6000"/>
            </a:avLst>
          </a:prstGeom>
          <a:solidFill>
            <a:srgbClr val="FFFFFF"/>
          </a:solidFill>
          <a:ln w="19050">
            <a:solidFill>
              <a:srgbClr val="3E4C47"/>
            </a:solidFill>
          </a:ln>
          <a:effectLst/>
        </p:spPr>
        <p:style>
          <a:lnRef idx="1">
            <a:schemeClr val="accent1"/>
          </a:lnRef>
          <a:fillRef idx="3">
            <a:schemeClr val="accent1"/>
          </a:fillRef>
          <a:effectRef idx="2">
            <a:schemeClr val="accent1"/>
          </a:effectRef>
          <a:fontRef idx="minor">
            <a:schemeClr val="lt1"/>
          </a:fontRef>
        </p:style>
        <p:txBody>
          <a:bodyPr wrap="square" lIns="63500" tIns="25400" rIns="63500" bIns="25400" rtlCol="0" anchor="ctr"/>
          <a:lstStyle/>
          <a:p>
            <a:pPr algn="ctr"/>
            <a:r>
              <a:rPr sz="1000" b="1">
                <a:solidFill>
                  <a:srgbClr val="1F2A2E"/>
                </a:solidFill>
                <a:latin typeface="Pretendard"/>
              </a:rPr>
              <a:t>how</a:t>
            </a:r>
          </a:p>
        </p:txBody>
      </p:sp>
      <p:cxnSp>
        <p:nvCxnSpPr>
          <p:cNvPr id="10" name="화살표"/>
          <p:cNvCxnSpPr>
            <a:stCxn id="9" idx="0"/>
            <a:endCxn id="8" idx="2"/>
          </p:cNvCxnSpPr>
          <p:nvPr/>
        </p:nvCxnSpPr>
        <p:spPr>
          <a:xfrm flipH="1" flipV="1">
            <a:off x="9842500" y="3448050"/>
            <a:ext cx="0" cy="279400"/>
          </a:xfrm>
          <a:prstGeom prst="line">
            <a:avLst/>
          </a:prstGeom>
          <a:ln w="22225">
            <a:solidFill>
              <a:srgbClr val="7FA0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견본: 점선 위"/>
          <p:cNvSpPr/>
          <p:nvPr/>
        </p:nvSpPr>
        <p:spPr>
          <a:xfrm>
            <a:off x="10350500" y="3155950"/>
            <a:ext cx="762000" cy="292100"/>
          </a:xfrm>
          <a:prstGeom prst="roundRect">
            <a:avLst>
              <a:gd name="adj" fmla="val 6000"/>
            </a:avLst>
          </a:prstGeom>
          <a:solidFill>
            <a:srgbClr val="FFFFFF"/>
          </a:solidFill>
          <a:ln w="19050">
            <a:solidFill>
              <a:srgbClr val="3E4C47"/>
            </a:solidFill>
          </a:ln>
          <a:effectLst/>
        </p:spPr>
        <p:style>
          <a:lnRef idx="1">
            <a:schemeClr val="accent1"/>
          </a:lnRef>
          <a:fillRef idx="3">
            <a:schemeClr val="accent1"/>
          </a:fillRef>
          <a:effectRef idx="2">
            <a:schemeClr val="accent1"/>
          </a:effectRef>
          <a:fontRef idx="minor">
            <a:schemeClr val="lt1"/>
          </a:fontRef>
        </p:style>
        <p:txBody>
          <a:bodyPr wrap="square" lIns="63500" tIns="25400" rIns="63500" bIns="25400" rtlCol="0" anchor="ctr"/>
          <a:lstStyle/>
          <a:p>
            <a:pPr algn="ctr"/>
            <a:r>
              <a:rPr sz="1000" b="1">
                <a:solidFill>
                  <a:srgbClr val="1F2A2E"/>
                </a:solidFill>
                <a:latin typeface="Pretendard"/>
              </a:rPr>
              <a:t>why</a:t>
            </a:r>
          </a:p>
        </p:txBody>
      </p:sp>
      <p:sp>
        <p:nvSpPr>
          <p:cNvPr id="12" name="견본: 점선 아래"/>
          <p:cNvSpPr/>
          <p:nvPr/>
        </p:nvSpPr>
        <p:spPr>
          <a:xfrm>
            <a:off x="10350500" y="3727450"/>
            <a:ext cx="762000" cy="292100"/>
          </a:xfrm>
          <a:prstGeom prst="roundRect">
            <a:avLst>
              <a:gd name="adj" fmla="val 6000"/>
            </a:avLst>
          </a:prstGeom>
          <a:solidFill>
            <a:srgbClr val="FFFFFF"/>
          </a:solidFill>
          <a:ln w="19050">
            <a:solidFill>
              <a:srgbClr val="3E4C47"/>
            </a:solidFill>
          </a:ln>
          <a:effectLst/>
        </p:spPr>
        <p:style>
          <a:lnRef idx="1">
            <a:schemeClr val="accent1"/>
          </a:lnRef>
          <a:fillRef idx="3">
            <a:schemeClr val="accent1"/>
          </a:fillRef>
          <a:effectRef idx="2">
            <a:schemeClr val="accent1"/>
          </a:effectRef>
          <a:fontRef idx="minor">
            <a:schemeClr val="lt1"/>
          </a:fontRef>
        </p:style>
        <p:txBody>
          <a:bodyPr wrap="square" lIns="63500" tIns="25400" rIns="63500" bIns="25400" rtlCol="0" anchor="ctr"/>
          <a:lstStyle/>
          <a:p>
            <a:pPr algn="ctr"/>
            <a:r>
              <a:rPr sz="1000" b="1">
                <a:solidFill>
                  <a:srgbClr val="1F2A2E"/>
                </a:solidFill>
                <a:latin typeface="Pretendard"/>
              </a:rPr>
              <a:t>how</a:t>
            </a:r>
          </a:p>
        </p:txBody>
      </p:sp>
      <p:cxnSp>
        <p:nvCxnSpPr>
          <p:cNvPr id="13" name="화살표 (점선: 부가적인 why)"/>
          <p:cNvCxnSpPr>
            <a:stCxn id="12" idx="0"/>
            <a:endCxn id="11" idx="2"/>
          </p:cNvCxnSpPr>
          <p:nvPr/>
        </p:nvCxnSpPr>
        <p:spPr>
          <a:xfrm flipH="1" flipV="1">
            <a:off x="10731500" y="3448050"/>
            <a:ext cx="0" cy="279400"/>
          </a:xfrm>
          <a:prstGeom prst="line">
            <a:avLst/>
          </a:prstGeom>
          <a:ln w="22225">
            <a:solidFill>
              <a:srgbClr val="7FA08E"/>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9398000" y="4076699"/>
            <a:ext cx="2159000" cy="381000"/>
          </a:xfrm>
          <a:prstGeom prst="rect">
            <a:avLst/>
          </a:prstGeom>
          <a:noFill/>
        </p:spPr>
        <p:txBody>
          <a:bodyPr wrap="square" lIns="0" tIns="0" rIns="0" bIns="0" anchor="t">
            <a:spAutoFit/>
          </a:bodyPr>
          <a:lstStyle/>
          <a:p>
            <a:pPr algn="l">
              <a:lnSpc>
                <a:spcPct val="125000"/>
              </a:lnSpc>
            </a:pPr>
            <a:r>
              <a:rPr sz="950" b="0">
                <a:solidFill>
                  <a:srgbClr val="4A5568"/>
                </a:solidFill>
                <a:latin typeface="Pretendard"/>
              </a:rPr>
              <a:t>실선: 가장 중요한 why</a:t>
            </a:r>
          </a:p>
          <a:p>
            <a:pPr algn="l">
              <a:lnSpc>
                <a:spcPct val="125000"/>
              </a:lnSpc>
            </a:pPr>
            <a:r>
              <a:rPr sz="950" b="0">
                <a:solidFill>
                  <a:srgbClr val="4A5568"/>
                </a:solidFill>
                <a:latin typeface="Pretendard"/>
              </a:rPr>
              <a:t>점선: 부가적인 why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TextBox 1"/>
          <p:cNvSpPr txBox="1"/>
          <p:nvPr/>
        </p:nvSpPr>
        <p:spPr>
          <a:xfrm>
            <a:off x="406400" y="254000"/>
            <a:ext cx="1905000" cy="317500"/>
          </a:xfrm>
          <a:prstGeom prst="rect">
            <a:avLst/>
          </a:prstGeom>
          <a:noFill/>
        </p:spPr>
        <p:txBody>
          <a:bodyPr wrap="square" lIns="0" tIns="0" rIns="0" bIns="0" anchor="t">
            <a:spAutoFit/>
          </a:bodyPr>
          <a:lstStyle/>
          <a:p>
            <a:pPr algn="l">
              <a:lnSpc>
                <a:spcPct val="125000"/>
              </a:lnSpc>
            </a:pPr>
            <a:r>
              <a:rPr sz="1800" b="1">
                <a:solidFill>
                  <a:srgbClr val="2F6B4F"/>
                </a:solidFill>
                <a:latin typeface="Pretendard"/>
              </a:rPr>
              <a:t>WhyTree</a:t>
            </a:r>
          </a:p>
        </p:txBody>
      </p:sp>
      <p:sp>
        <p:nvSpPr>
          <p:cNvPr id="3" name="TextBox 2"/>
          <p:cNvSpPr txBox="1"/>
          <p:nvPr/>
        </p:nvSpPr>
        <p:spPr>
          <a:xfrm>
            <a:off x="7461249" y="50800"/>
            <a:ext cx="952500" cy="254000"/>
          </a:xfrm>
          <a:prstGeom prst="rect">
            <a:avLst/>
          </a:prstGeom>
          <a:noFill/>
        </p:spPr>
        <p:txBody>
          <a:bodyPr wrap="square" lIns="0" tIns="0" rIns="0" bIns="0" anchor="ctr">
            <a:spAutoFit/>
          </a:bodyPr>
          <a:lstStyle/>
          <a:p>
            <a:pPr algn="l">
              <a:lnSpc>
                <a:spcPct val="125000"/>
              </a:lnSpc>
            </a:pPr>
            <a:r>
              <a:rPr sz="1100" b="0">
                <a:solidFill>
                  <a:srgbClr val="6A7179"/>
                </a:solidFill>
                <a:latin typeface="Pretendard"/>
              </a:rPr>
              <a:t>이름 또는 별명</a:t>
            </a:r>
          </a:p>
        </p:txBody>
      </p:sp>
      <p:sp>
        <p:nvSpPr>
          <p:cNvPr id="4" name="입력: 이름 또는 별명"/>
          <p:cNvSpPr/>
          <p:nvPr/>
        </p:nvSpPr>
        <p:spPr>
          <a:xfrm>
            <a:off x="8413749" y="0"/>
            <a:ext cx="1905000" cy="355600"/>
          </a:xfrm>
          <a:prstGeom prst="rect">
            <a:avLst/>
          </a:prstGeom>
          <a:solidFill>
            <a:srgbClr val="FFFFFF"/>
          </a:solidFill>
          <a:ln w="15875">
            <a:solidFill>
              <a:srgbClr val="C9C4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a:solidFill>
                  <a:srgbClr val="1F2A2E"/>
                </a:solidFill>
                <a:latin typeface="Pretendard"/>
              </a:rPr>
              <a:t>예시</a:t>
            </a:r>
          </a:p>
        </p:txBody>
      </p:sp>
      <p:sp>
        <p:nvSpPr>
          <p:cNvPr id="5" name="TextBox 4"/>
          <p:cNvSpPr txBox="1"/>
          <p:nvPr/>
        </p:nvSpPr>
        <p:spPr>
          <a:xfrm>
            <a:off x="10441171" y="81331"/>
            <a:ext cx="353827" cy="192938"/>
          </a:xfrm>
          <a:prstGeom prst="rect">
            <a:avLst/>
          </a:prstGeom>
          <a:noFill/>
        </p:spPr>
        <p:txBody>
          <a:bodyPr wrap="square" lIns="0" tIns="0" rIns="0" bIns="0" anchor="ctr">
            <a:spAutoFit/>
          </a:bodyPr>
          <a:lstStyle/>
          <a:p>
            <a:pPr algn="l">
              <a:lnSpc>
                <a:spcPct val="125000"/>
              </a:lnSpc>
            </a:pPr>
            <a:r>
              <a:rPr sz="1100" b="0">
                <a:solidFill>
                  <a:srgbClr val="6A7179"/>
                </a:solidFill>
                <a:latin typeface="Pretendard"/>
              </a:rPr>
              <a:t>날짜</a:t>
            </a:r>
          </a:p>
        </p:txBody>
      </p:sp>
      <p:sp>
        <p:nvSpPr>
          <p:cNvPr id="6" name="입력: 날짜"/>
          <p:cNvSpPr/>
          <p:nvPr/>
        </p:nvSpPr>
        <p:spPr>
          <a:xfrm>
            <a:off x="10795000" y="0"/>
            <a:ext cx="1397000" cy="355600"/>
          </a:xfrm>
          <a:prstGeom prst="rect">
            <a:avLst/>
          </a:prstGeom>
          <a:solidFill>
            <a:srgbClr val="FFFFFF"/>
          </a:solidFill>
          <a:ln w="15875">
            <a:solidFill>
              <a:srgbClr val="C9C4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a:solidFill>
                  <a:srgbClr val="1F2A2E"/>
                </a:solidFill>
                <a:latin typeface="Pretendard"/>
              </a:rPr>
              <a:t>2026-00-00</a:t>
            </a:r>
          </a:p>
        </p:txBody>
      </p:sp>
      <p:sp>
        <p:nvSpPr>
          <p:cNvPr id="9" name="TextBox 8"/>
          <p:cNvSpPr txBox="1"/>
          <p:nvPr/>
        </p:nvSpPr>
        <p:spPr>
          <a:xfrm>
            <a:off x="4826000" y="952500"/>
            <a:ext cx="5715000" cy="317500"/>
          </a:xfrm>
          <a:prstGeom prst="rect">
            <a:avLst/>
          </a:prstGeom>
          <a:noFill/>
        </p:spPr>
        <p:txBody>
          <a:bodyPr wrap="square" lIns="0" tIns="0" rIns="0" bIns="0" anchor="t">
            <a:spAutoFit/>
          </a:bodyPr>
          <a:lstStyle/>
          <a:p>
            <a:pPr algn="l">
              <a:lnSpc>
                <a:spcPct val="125000"/>
              </a:lnSpc>
            </a:pPr>
            <a:r>
              <a:rPr sz="1500" b="1">
                <a:solidFill>
                  <a:srgbClr val="2F6B4F"/>
                </a:solidFill>
                <a:latin typeface="Pretendard"/>
              </a:rPr>
              <a:t>예시: 침대에서 시작한 WhyTree</a:t>
            </a:r>
          </a:p>
        </p:txBody>
      </p:sp>
      <p:sp>
        <p:nvSpPr>
          <p:cNvPr id="10" name="why: 좋은 하루"/>
          <p:cNvSpPr/>
          <p:nvPr/>
        </p:nvSpPr>
        <p:spPr>
          <a:xfrm>
            <a:off x="4889500" y="1841500"/>
            <a:ext cx="1651000" cy="508000"/>
          </a:xfrm>
          <a:prstGeom prst="roundRect">
            <a:avLst>
              <a:gd name="adj" fmla="val 6000"/>
            </a:avLst>
          </a:prstGeom>
          <a:solidFill>
            <a:srgbClr val="FFFFFF"/>
          </a:solidFill>
          <a:ln w="19050">
            <a:solidFill>
              <a:srgbClr val="3E4C47"/>
            </a:solidFill>
          </a:ln>
          <a:effectLst/>
        </p:spPr>
        <p:style>
          <a:lnRef idx="1">
            <a:schemeClr val="accent1"/>
          </a:lnRef>
          <a:fillRef idx="3">
            <a:schemeClr val="accent1"/>
          </a:fillRef>
          <a:effectRef idx="2">
            <a:schemeClr val="accent1"/>
          </a:effectRef>
          <a:fontRef idx="minor">
            <a:schemeClr val="lt1"/>
          </a:fontRef>
        </p:style>
        <p:txBody>
          <a:bodyPr wrap="square" lIns="63500" tIns="25400" rIns="63500" bIns="25400" rtlCol="0" anchor="ctr"/>
          <a:lstStyle/>
          <a:p>
            <a:pPr algn="ctr"/>
            <a:r>
              <a:rPr sz="1300" b="1">
                <a:solidFill>
                  <a:srgbClr val="1F2A2E"/>
                </a:solidFill>
                <a:latin typeface="Pretendard"/>
              </a:rPr>
              <a:t>좋은 하루</a:t>
            </a:r>
          </a:p>
        </p:txBody>
      </p:sp>
      <p:sp>
        <p:nvSpPr>
          <p:cNvPr id="11" name="why: 개운한 몸"/>
          <p:cNvSpPr/>
          <p:nvPr/>
        </p:nvSpPr>
        <p:spPr>
          <a:xfrm>
            <a:off x="3492500" y="2794000"/>
            <a:ext cx="1651000" cy="508000"/>
          </a:xfrm>
          <a:prstGeom prst="roundRect">
            <a:avLst>
              <a:gd name="adj" fmla="val 6000"/>
            </a:avLst>
          </a:prstGeom>
          <a:solidFill>
            <a:srgbClr val="FFFFFF"/>
          </a:solidFill>
          <a:ln w="19050">
            <a:solidFill>
              <a:srgbClr val="3E4C47"/>
            </a:solidFill>
          </a:ln>
          <a:effectLst/>
        </p:spPr>
        <p:style>
          <a:lnRef idx="1">
            <a:schemeClr val="accent1"/>
          </a:lnRef>
          <a:fillRef idx="3">
            <a:schemeClr val="accent1"/>
          </a:fillRef>
          <a:effectRef idx="2">
            <a:schemeClr val="accent1"/>
          </a:effectRef>
          <a:fontRef idx="minor">
            <a:schemeClr val="lt1"/>
          </a:fontRef>
        </p:style>
        <p:txBody>
          <a:bodyPr wrap="square" lIns="63500" tIns="25400" rIns="63500" bIns="25400" rtlCol="0" anchor="ctr"/>
          <a:lstStyle/>
          <a:p>
            <a:pPr algn="ctr"/>
            <a:r>
              <a:rPr sz="1300" b="1">
                <a:solidFill>
                  <a:srgbClr val="1F2A2E"/>
                </a:solidFill>
                <a:latin typeface="Pretendard"/>
              </a:rPr>
              <a:t>개운한 몸</a:t>
            </a:r>
          </a:p>
        </p:txBody>
      </p:sp>
      <p:sp>
        <p:nvSpPr>
          <p:cNvPr id="12" name="why: 뿌듯한 나"/>
          <p:cNvSpPr/>
          <p:nvPr/>
        </p:nvSpPr>
        <p:spPr>
          <a:xfrm>
            <a:off x="6540500" y="2794000"/>
            <a:ext cx="1651000" cy="508000"/>
          </a:xfrm>
          <a:prstGeom prst="roundRect">
            <a:avLst>
              <a:gd name="adj" fmla="val 6000"/>
            </a:avLst>
          </a:prstGeom>
          <a:solidFill>
            <a:srgbClr val="FFFFFF"/>
          </a:solidFill>
          <a:ln w="19050">
            <a:solidFill>
              <a:srgbClr val="3E4C47"/>
            </a:solidFill>
          </a:ln>
          <a:effectLst/>
        </p:spPr>
        <p:style>
          <a:lnRef idx="1">
            <a:schemeClr val="accent1"/>
          </a:lnRef>
          <a:fillRef idx="3">
            <a:schemeClr val="accent1"/>
          </a:fillRef>
          <a:effectRef idx="2">
            <a:schemeClr val="accent1"/>
          </a:effectRef>
          <a:fontRef idx="minor">
            <a:schemeClr val="lt1"/>
          </a:fontRef>
        </p:style>
        <p:txBody>
          <a:bodyPr wrap="square" lIns="63500" tIns="25400" rIns="63500" bIns="25400" rtlCol="0" anchor="ctr"/>
          <a:lstStyle/>
          <a:p>
            <a:pPr algn="ctr"/>
            <a:r>
              <a:rPr sz="1300" b="1">
                <a:solidFill>
                  <a:srgbClr val="1F2A2E"/>
                </a:solidFill>
                <a:latin typeface="Pretendard"/>
              </a:rPr>
              <a:t>뿌듯한 나</a:t>
            </a:r>
          </a:p>
        </p:txBody>
      </p:sp>
      <p:sp>
        <p:nvSpPr>
          <p:cNvPr id="13" name="why: 잘 자기"/>
          <p:cNvSpPr/>
          <p:nvPr/>
        </p:nvSpPr>
        <p:spPr>
          <a:xfrm>
            <a:off x="2857500" y="3746500"/>
            <a:ext cx="1397000" cy="508000"/>
          </a:xfrm>
          <a:prstGeom prst="roundRect">
            <a:avLst>
              <a:gd name="adj" fmla="val 6000"/>
            </a:avLst>
          </a:prstGeom>
          <a:solidFill>
            <a:srgbClr val="FFFFFF"/>
          </a:solidFill>
          <a:ln w="19050">
            <a:solidFill>
              <a:srgbClr val="3E4C47"/>
            </a:solidFill>
          </a:ln>
          <a:effectLst/>
        </p:spPr>
        <p:style>
          <a:lnRef idx="1">
            <a:schemeClr val="accent1"/>
          </a:lnRef>
          <a:fillRef idx="3">
            <a:schemeClr val="accent1"/>
          </a:fillRef>
          <a:effectRef idx="2">
            <a:schemeClr val="accent1"/>
          </a:effectRef>
          <a:fontRef idx="minor">
            <a:schemeClr val="lt1"/>
          </a:fontRef>
        </p:style>
        <p:txBody>
          <a:bodyPr wrap="square" lIns="63500" tIns="25400" rIns="63500" bIns="25400" rtlCol="0" anchor="ctr"/>
          <a:lstStyle/>
          <a:p>
            <a:pPr algn="ctr"/>
            <a:r>
              <a:rPr sz="1300" b="1">
                <a:solidFill>
                  <a:srgbClr val="1F2A2E"/>
                </a:solidFill>
                <a:latin typeface="Pretendard"/>
              </a:rPr>
              <a:t>잘 자기</a:t>
            </a:r>
          </a:p>
        </p:txBody>
      </p:sp>
      <p:sp>
        <p:nvSpPr>
          <p:cNvPr id="14" name="why: 목 상태 개선"/>
          <p:cNvSpPr/>
          <p:nvPr/>
        </p:nvSpPr>
        <p:spPr>
          <a:xfrm>
            <a:off x="1016000" y="3746500"/>
            <a:ext cx="1524000" cy="508000"/>
          </a:xfrm>
          <a:prstGeom prst="roundRect">
            <a:avLst>
              <a:gd name="adj" fmla="val 6000"/>
            </a:avLst>
          </a:prstGeom>
          <a:solidFill>
            <a:srgbClr val="FFFFFF"/>
          </a:solidFill>
          <a:ln w="19050">
            <a:solidFill>
              <a:srgbClr val="3E4C47"/>
            </a:solidFill>
          </a:ln>
          <a:effectLst/>
        </p:spPr>
        <p:style>
          <a:lnRef idx="1">
            <a:schemeClr val="accent1"/>
          </a:lnRef>
          <a:fillRef idx="3">
            <a:schemeClr val="accent1"/>
          </a:fillRef>
          <a:effectRef idx="2">
            <a:schemeClr val="accent1"/>
          </a:effectRef>
          <a:fontRef idx="minor">
            <a:schemeClr val="lt1"/>
          </a:fontRef>
        </p:style>
        <p:txBody>
          <a:bodyPr wrap="square" lIns="63500" tIns="25400" rIns="63500" bIns="25400" rtlCol="0" anchor="ctr"/>
          <a:lstStyle/>
          <a:p>
            <a:pPr algn="ctr"/>
            <a:r>
              <a:rPr sz="1300" b="1">
                <a:solidFill>
                  <a:srgbClr val="1F2A2E"/>
                </a:solidFill>
                <a:latin typeface="Pretendard"/>
              </a:rPr>
              <a:t>목 상태 개선</a:t>
            </a:r>
          </a:p>
        </p:txBody>
      </p:sp>
      <p:sp>
        <p:nvSpPr>
          <p:cNvPr id="15" name="why: 운동"/>
          <p:cNvSpPr/>
          <p:nvPr/>
        </p:nvSpPr>
        <p:spPr>
          <a:xfrm>
            <a:off x="5080000" y="3746500"/>
            <a:ext cx="1270000" cy="508000"/>
          </a:xfrm>
          <a:prstGeom prst="roundRect">
            <a:avLst>
              <a:gd name="adj" fmla="val 6000"/>
            </a:avLst>
          </a:prstGeom>
          <a:solidFill>
            <a:srgbClr val="FFFFFF"/>
          </a:solidFill>
          <a:ln w="19050">
            <a:solidFill>
              <a:srgbClr val="3E4C47"/>
            </a:solidFill>
          </a:ln>
          <a:effectLst/>
        </p:spPr>
        <p:style>
          <a:lnRef idx="1">
            <a:schemeClr val="accent1"/>
          </a:lnRef>
          <a:fillRef idx="3">
            <a:schemeClr val="accent1"/>
          </a:fillRef>
          <a:effectRef idx="2">
            <a:schemeClr val="accent1"/>
          </a:effectRef>
          <a:fontRef idx="minor">
            <a:schemeClr val="lt1"/>
          </a:fontRef>
        </p:style>
        <p:txBody>
          <a:bodyPr wrap="square" lIns="63500" tIns="25400" rIns="63500" bIns="25400" rtlCol="0" anchor="ctr"/>
          <a:lstStyle/>
          <a:p>
            <a:pPr algn="ctr"/>
            <a:r>
              <a:rPr sz="1300" b="1">
                <a:solidFill>
                  <a:srgbClr val="1F2A2E"/>
                </a:solidFill>
                <a:latin typeface="Pretendard"/>
              </a:rPr>
              <a:t>운동</a:t>
            </a:r>
          </a:p>
        </p:txBody>
      </p:sp>
      <p:sp>
        <p:nvSpPr>
          <p:cNvPr id="16" name="why: 목 마사지기"/>
          <p:cNvSpPr/>
          <p:nvPr/>
        </p:nvSpPr>
        <p:spPr>
          <a:xfrm>
            <a:off x="444500" y="4826000"/>
            <a:ext cx="1397000" cy="508000"/>
          </a:xfrm>
          <a:prstGeom prst="roundRect">
            <a:avLst>
              <a:gd name="adj" fmla="val 6000"/>
            </a:avLst>
          </a:prstGeom>
          <a:solidFill>
            <a:srgbClr val="FFFFFF"/>
          </a:solidFill>
          <a:ln w="19050">
            <a:solidFill>
              <a:srgbClr val="3E4C47"/>
            </a:solidFill>
          </a:ln>
          <a:effectLst/>
        </p:spPr>
        <p:style>
          <a:lnRef idx="1">
            <a:schemeClr val="accent1"/>
          </a:lnRef>
          <a:fillRef idx="3">
            <a:schemeClr val="accent1"/>
          </a:fillRef>
          <a:effectRef idx="2">
            <a:schemeClr val="accent1"/>
          </a:effectRef>
          <a:fontRef idx="minor">
            <a:schemeClr val="lt1"/>
          </a:fontRef>
        </p:style>
        <p:txBody>
          <a:bodyPr wrap="square" lIns="63500" tIns="25400" rIns="63500" bIns="25400" rtlCol="0" anchor="ctr"/>
          <a:lstStyle/>
          <a:p>
            <a:pPr algn="ctr"/>
            <a:r>
              <a:rPr sz="1300" b="1">
                <a:solidFill>
                  <a:srgbClr val="1F2A2E"/>
                </a:solidFill>
                <a:latin typeface="Pretendard"/>
              </a:rPr>
              <a:t>목 마사지기</a:t>
            </a:r>
          </a:p>
        </p:txBody>
      </p:sp>
      <p:sp>
        <p:nvSpPr>
          <p:cNvPr id="17" name="seed: 침대"/>
          <p:cNvSpPr/>
          <p:nvPr/>
        </p:nvSpPr>
        <p:spPr>
          <a:xfrm>
            <a:off x="2032000" y="4826000"/>
            <a:ext cx="1270000" cy="508000"/>
          </a:xfrm>
          <a:prstGeom prst="roundRect">
            <a:avLst>
              <a:gd name="adj" fmla="val 6000"/>
            </a:avLst>
          </a:prstGeom>
          <a:solidFill>
            <a:srgbClr val="F6EBDD"/>
          </a:solidFill>
          <a:ln w="31750">
            <a:solidFill>
              <a:srgbClr val="C8792B"/>
            </a:solidFill>
          </a:ln>
          <a:effectLst/>
        </p:spPr>
        <p:style>
          <a:lnRef idx="1">
            <a:schemeClr val="accent1"/>
          </a:lnRef>
          <a:fillRef idx="3">
            <a:schemeClr val="accent1"/>
          </a:fillRef>
          <a:effectRef idx="2">
            <a:schemeClr val="accent1"/>
          </a:effectRef>
          <a:fontRef idx="minor">
            <a:schemeClr val="lt1"/>
          </a:fontRef>
        </p:style>
        <p:txBody>
          <a:bodyPr wrap="square" lIns="63500" tIns="25400" rIns="63500" bIns="25400" rtlCol="0" anchor="ctr"/>
          <a:lstStyle/>
          <a:p>
            <a:pPr algn="ctr"/>
            <a:r>
              <a:rPr sz="1300" b="1">
                <a:solidFill>
                  <a:srgbClr val="1F2A2E"/>
                </a:solidFill>
                <a:latin typeface="Pretendard"/>
              </a:rPr>
              <a:t>침대</a:t>
            </a:r>
          </a:p>
        </p:txBody>
      </p:sp>
      <p:sp>
        <p:nvSpPr>
          <p:cNvPr id="18" name="why: 베개"/>
          <p:cNvSpPr/>
          <p:nvPr/>
        </p:nvSpPr>
        <p:spPr>
          <a:xfrm>
            <a:off x="3429000" y="4826000"/>
            <a:ext cx="1270000" cy="508000"/>
          </a:xfrm>
          <a:prstGeom prst="roundRect">
            <a:avLst>
              <a:gd name="adj" fmla="val 6000"/>
            </a:avLst>
          </a:prstGeom>
          <a:solidFill>
            <a:srgbClr val="FFFFFF"/>
          </a:solidFill>
          <a:ln w="19050">
            <a:solidFill>
              <a:srgbClr val="3E4C47"/>
            </a:solidFill>
          </a:ln>
          <a:effectLst/>
        </p:spPr>
        <p:style>
          <a:lnRef idx="1">
            <a:schemeClr val="accent1"/>
          </a:lnRef>
          <a:fillRef idx="3">
            <a:schemeClr val="accent1"/>
          </a:fillRef>
          <a:effectRef idx="2">
            <a:schemeClr val="accent1"/>
          </a:effectRef>
          <a:fontRef idx="minor">
            <a:schemeClr val="lt1"/>
          </a:fontRef>
        </p:style>
        <p:txBody>
          <a:bodyPr wrap="square" lIns="63500" tIns="25400" rIns="63500" bIns="25400" rtlCol="0" anchor="ctr"/>
          <a:lstStyle/>
          <a:p>
            <a:pPr algn="ctr"/>
            <a:r>
              <a:rPr sz="1300" b="1">
                <a:solidFill>
                  <a:srgbClr val="1F2A2E"/>
                </a:solidFill>
                <a:latin typeface="Pretendard"/>
              </a:rPr>
              <a:t>베개</a:t>
            </a:r>
          </a:p>
        </p:txBody>
      </p:sp>
      <p:sp>
        <p:nvSpPr>
          <p:cNvPr id="19" name="why: 암막 커튼"/>
          <p:cNvSpPr/>
          <p:nvPr/>
        </p:nvSpPr>
        <p:spPr>
          <a:xfrm>
            <a:off x="4826000" y="4826000"/>
            <a:ext cx="1270000" cy="508000"/>
          </a:xfrm>
          <a:prstGeom prst="roundRect">
            <a:avLst>
              <a:gd name="adj" fmla="val 6000"/>
            </a:avLst>
          </a:prstGeom>
          <a:solidFill>
            <a:srgbClr val="FFFFFF"/>
          </a:solidFill>
          <a:ln w="19050">
            <a:solidFill>
              <a:srgbClr val="3E4C47"/>
            </a:solidFill>
          </a:ln>
          <a:effectLst/>
        </p:spPr>
        <p:style>
          <a:lnRef idx="1">
            <a:schemeClr val="accent1"/>
          </a:lnRef>
          <a:fillRef idx="3">
            <a:schemeClr val="accent1"/>
          </a:fillRef>
          <a:effectRef idx="2">
            <a:schemeClr val="accent1"/>
          </a:effectRef>
          <a:fontRef idx="minor">
            <a:schemeClr val="lt1"/>
          </a:fontRef>
        </p:style>
        <p:txBody>
          <a:bodyPr wrap="square" lIns="63500" tIns="25400" rIns="63500" bIns="25400" rtlCol="0" anchor="ctr"/>
          <a:lstStyle/>
          <a:p>
            <a:pPr algn="ctr"/>
            <a:r>
              <a:rPr sz="1300" b="1">
                <a:solidFill>
                  <a:srgbClr val="1F2A2E"/>
                </a:solidFill>
                <a:latin typeface="Pretendard"/>
              </a:rPr>
              <a:t>암막 커튼</a:t>
            </a:r>
          </a:p>
        </p:txBody>
      </p:sp>
      <p:cxnSp>
        <p:nvCxnSpPr>
          <p:cNvPr id="20" name="화살표"/>
          <p:cNvCxnSpPr>
            <a:cxnSpLocks/>
            <a:stCxn id="11" idx="0"/>
            <a:endCxn id="10" idx="2"/>
          </p:cNvCxnSpPr>
          <p:nvPr/>
        </p:nvCxnSpPr>
        <p:spPr>
          <a:xfrm flipV="1">
            <a:off x="4318000" y="2349500"/>
            <a:ext cx="1397000" cy="444500"/>
          </a:xfrm>
          <a:prstGeom prst="line">
            <a:avLst/>
          </a:prstGeom>
          <a:ln w="22225">
            <a:solidFill>
              <a:srgbClr val="7FA0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화살표"/>
          <p:cNvCxnSpPr>
            <a:cxnSpLocks/>
            <a:stCxn id="12" idx="0"/>
            <a:endCxn id="10" idx="2"/>
          </p:cNvCxnSpPr>
          <p:nvPr/>
        </p:nvCxnSpPr>
        <p:spPr>
          <a:xfrm flipH="1" flipV="1">
            <a:off x="5715000" y="2349500"/>
            <a:ext cx="1651000" cy="444500"/>
          </a:xfrm>
          <a:prstGeom prst="line">
            <a:avLst/>
          </a:prstGeom>
          <a:ln w="22225">
            <a:solidFill>
              <a:srgbClr val="7FA0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화살표"/>
          <p:cNvCxnSpPr>
            <a:cxnSpLocks/>
            <a:stCxn id="13" idx="0"/>
            <a:endCxn id="11" idx="2"/>
          </p:cNvCxnSpPr>
          <p:nvPr/>
        </p:nvCxnSpPr>
        <p:spPr>
          <a:xfrm flipV="1">
            <a:off x="3556000" y="3302000"/>
            <a:ext cx="762000" cy="444500"/>
          </a:xfrm>
          <a:prstGeom prst="line">
            <a:avLst/>
          </a:prstGeom>
          <a:ln w="22225">
            <a:solidFill>
              <a:srgbClr val="7FA0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화살표"/>
          <p:cNvCxnSpPr>
            <a:stCxn id="15" idx="0"/>
            <a:endCxn id="11" idx="2"/>
          </p:cNvCxnSpPr>
          <p:nvPr/>
        </p:nvCxnSpPr>
        <p:spPr>
          <a:xfrm flipH="1" flipV="1">
            <a:off x="4318000" y="3302000"/>
            <a:ext cx="1397000" cy="444500"/>
          </a:xfrm>
          <a:prstGeom prst="line">
            <a:avLst/>
          </a:prstGeom>
          <a:ln w="22225">
            <a:solidFill>
              <a:srgbClr val="7FA0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화살표"/>
          <p:cNvCxnSpPr>
            <a:stCxn id="14" idx="0"/>
            <a:endCxn id="11" idx="2"/>
          </p:cNvCxnSpPr>
          <p:nvPr/>
        </p:nvCxnSpPr>
        <p:spPr>
          <a:xfrm flipV="1">
            <a:off x="1778000" y="3302000"/>
            <a:ext cx="2540000" cy="444500"/>
          </a:xfrm>
          <a:prstGeom prst="line">
            <a:avLst/>
          </a:prstGeom>
          <a:ln w="22225">
            <a:solidFill>
              <a:srgbClr val="7FA0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화살표"/>
          <p:cNvCxnSpPr>
            <a:stCxn id="17" idx="0"/>
            <a:endCxn id="13" idx="2"/>
          </p:cNvCxnSpPr>
          <p:nvPr/>
        </p:nvCxnSpPr>
        <p:spPr>
          <a:xfrm flipV="1">
            <a:off x="2667000" y="4254500"/>
            <a:ext cx="889000" cy="571500"/>
          </a:xfrm>
          <a:prstGeom prst="line">
            <a:avLst/>
          </a:prstGeom>
          <a:ln w="22225">
            <a:solidFill>
              <a:srgbClr val="7FA0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화살표"/>
          <p:cNvCxnSpPr>
            <a:stCxn id="18" idx="0"/>
            <a:endCxn id="13" idx="2"/>
          </p:cNvCxnSpPr>
          <p:nvPr/>
        </p:nvCxnSpPr>
        <p:spPr>
          <a:xfrm flipH="1" flipV="1">
            <a:off x="3556000" y="4254500"/>
            <a:ext cx="508000" cy="571500"/>
          </a:xfrm>
          <a:prstGeom prst="line">
            <a:avLst/>
          </a:prstGeom>
          <a:ln w="22225">
            <a:solidFill>
              <a:srgbClr val="7FA0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화살표"/>
          <p:cNvCxnSpPr>
            <a:stCxn id="19" idx="0"/>
            <a:endCxn id="13" idx="2"/>
          </p:cNvCxnSpPr>
          <p:nvPr/>
        </p:nvCxnSpPr>
        <p:spPr>
          <a:xfrm flipH="1" flipV="1">
            <a:off x="3556000" y="4254500"/>
            <a:ext cx="1905000" cy="571500"/>
          </a:xfrm>
          <a:prstGeom prst="line">
            <a:avLst/>
          </a:prstGeom>
          <a:ln w="22225">
            <a:solidFill>
              <a:srgbClr val="7FA0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화살표"/>
          <p:cNvCxnSpPr>
            <a:stCxn id="16" idx="0"/>
            <a:endCxn id="14" idx="2"/>
          </p:cNvCxnSpPr>
          <p:nvPr/>
        </p:nvCxnSpPr>
        <p:spPr>
          <a:xfrm flipV="1">
            <a:off x="1143000" y="4254500"/>
            <a:ext cx="635000" cy="571500"/>
          </a:xfrm>
          <a:prstGeom prst="line">
            <a:avLst/>
          </a:prstGeom>
          <a:ln w="22225">
            <a:solidFill>
              <a:srgbClr val="7FA0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화살표 (점선: 부가적인 why)"/>
          <p:cNvCxnSpPr>
            <a:stCxn id="18" idx="0"/>
            <a:endCxn id="14" idx="2"/>
          </p:cNvCxnSpPr>
          <p:nvPr/>
        </p:nvCxnSpPr>
        <p:spPr>
          <a:xfrm flipH="1" flipV="1">
            <a:off x="1778000" y="4254500"/>
            <a:ext cx="2286000" cy="571500"/>
          </a:xfrm>
          <a:prstGeom prst="line">
            <a:avLst/>
          </a:prstGeom>
          <a:ln w="22225">
            <a:solidFill>
              <a:srgbClr val="7FA08E"/>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7620000" y="4318000"/>
            <a:ext cx="4064000" cy="1270000"/>
          </a:xfrm>
          <a:prstGeom prst="rect">
            <a:avLst/>
          </a:prstGeom>
          <a:noFill/>
        </p:spPr>
        <p:txBody>
          <a:bodyPr wrap="square" lIns="0" tIns="0" rIns="0" bIns="0" anchor="t">
            <a:spAutoFit/>
          </a:bodyPr>
          <a:lstStyle/>
          <a:p>
            <a:pPr algn="l">
              <a:lnSpc>
                <a:spcPct val="125000"/>
              </a:lnSpc>
            </a:pPr>
            <a:r>
              <a:rPr sz="1200" b="0">
                <a:solidFill>
                  <a:srgbClr val="4A5568"/>
                </a:solidFill>
                <a:latin typeface="Pretendard"/>
              </a:rPr>
              <a:t>베개의 가장 중요한 why는 "잘 자기"라서 실선입니다. "목 상태 개선"에도 도움이 되므로 점선으로 이었습니다.</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cxnSp>
        <p:nvCxnSpPr>
          <p:cNvPr id="149" name="화살표"/>
          <p:cNvCxnSpPr>
            <a:stCxn id="103" idx="0"/>
            <a:endCxn id="101" idx="2"/>
          </p:cNvCxnSpPr>
          <p:nvPr/>
        </p:nvCxnSpPr>
        <p:spPr>
          <a:xfrm flipV="1" flipH="1">
            <a:off x="6760000" y="1540000"/>
            <a:ext cx="2870000" cy="260000"/>
          </a:xfrm>
          <a:prstGeom prst="line">
            <a:avLst/>
          </a:prstGeom>
          <a:ln w="22225">
            <a:solidFill>
              <a:srgbClr val="7FA0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8" name="화살표"/>
          <p:cNvCxnSpPr>
            <a:stCxn id="102" idx="0"/>
            <a:endCxn id="101" idx="2"/>
          </p:cNvCxnSpPr>
          <p:nvPr/>
        </p:nvCxnSpPr>
        <p:spPr>
          <a:xfrm flipV="1">
            <a:off x="3890000" y="1540000"/>
            <a:ext cx="2870000" cy="260000"/>
          </a:xfrm>
          <a:prstGeom prst="line">
            <a:avLst/>
          </a:prstGeom>
          <a:ln w="22225">
            <a:solidFill>
              <a:srgbClr val="7FA0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7" name="화살표"/>
          <p:cNvCxnSpPr>
            <a:stCxn id="122" idx="0"/>
            <a:endCxn id="103" idx="2"/>
          </p:cNvCxnSpPr>
          <p:nvPr/>
        </p:nvCxnSpPr>
        <p:spPr>
          <a:xfrm flipV="1" flipH="1">
            <a:off x="9630000" y="2340000"/>
            <a:ext cx="1435000" cy="310000"/>
          </a:xfrm>
          <a:prstGeom prst="line">
            <a:avLst/>
          </a:prstGeom>
          <a:ln w="22225">
            <a:solidFill>
              <a:srgbClr val="7FA0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6" name="화살표"/>
          <p:cNvCxnSpPr>
            <a:stCxn id="120" idx="0"/>
            <a:endCxn id="103" idx="2"/>
          </p:cNvCxnSpPr>
          <p:nvPr/>
        </p:nvCxnSpPr>
        <p:spPr>
          <a:xfrm flipV="1">
            <a:off x="8195000" y="2340000"/>
            <a:ext cx="1435000" cy="310000"/>
          </a:xfrm>
          <a:prstGeom prst="line">
            <a:avLst/>
          </a:prstGeom>
          <a:ln w="22225">
            <a:solidFill>
              <a:srgbClr val="7FA0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5" name="화살표"/>
          <p:cNvCxnSpPr>
            <a:stCxn id="121" idx="0"/>
            <a:endCxn id="103" idx="2"/>
          </p:cNvCxnSpPr>
          <p:nvPr/>
        </p:nvCxnSpPr>
        <p:spPr>
          <a:xfrm flipV="1">
            <a:off x="9630000" y="2340000"/>
            <a:ext cx="0" cy="310000"/>
          </a:xfrm>
          <a:prstGeom prst="line">
            <a:avLst/>
          </a:prstGeom>
          <a:ln w="22225">
            <a:solidFill>
              <a:srgbClr val="7FA0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4" name="화살표"/>
          <p:cNvCxnSpPr>
            <a:stCxn id="124" idx="0"/>
            <a:endCxn id="121" idx="2"/>
          </p:cNvCxnSpPr>
          <p:nvPr/>
        </p:nvCxnSpPr>
        <p:spPr>
          <a:xfrm flipV="1" flipH="1">
            <a:off x="9630000" y="3190000"/>
            <a:ext cx="1435000" cy="1160000"/>
          </a:xfrm>
          <a:prstGeom prst="line">
            <a:avLst/>
          </a:prstGeom>
          <a:ln w="22225">
            <a:solidFill>
              <a:srgbClr val="7FA0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3" name="화살표"/>
          <p:cNvCxnSpPr>
            <a:stCxn id="123" idx="0"/>
            <a:endCxn id="121" idx="2"/>
          </p:cNvCxnSpPr>
          <p:nvPr/>
        </p:nvCxnSpPr>
        <p:spPr>
          <a:xfrm flipV="1">
            <a:off x="9630000" y="3190000"/>
            <a:ext cx="0" cy="2010000"/>
          </a:xfrm>
          <a:prstGeom prst="line">
            <a:avLst/>
          </a:prstGeom>
          <a:ln w="22225">
            <a:solidFill>
              <a:srgbClr val="7FA0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2" name="화살표"/>
          <p:cNvCxnSpPr>
            <a:stCxn id="119" idx="0"/>
            <a:endCxn id="102" idx="2"/>
          </p:cNvCxnSpPr>
          <p:nvPr/>
        </p:nvCxnSpPr>
        <p:spPr>
          <a:xfrm flipV="1" flipH="1">
            <a:off x="3890000" y="2340000"/>
            <a:ext cx="2870000" cy="310000"/>
          </a:xfrm>
          <a:prstGeom prst="line">
            <a:avLst/>
          </a:prstGeom>
          <a:ln w="22225">
            <a:solidFill>
              <a:srgbClr val="7FA0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1" name="화살표"/>
          <p:cNvCxnSpPr>
            <a:stCxn id="115" idx="0"/>
            <a:endCxn id="102" idx="2"/>
          </p:cNvCxnSpPr>
          <p:nvPr/>
        </p:nvCxnSpPr>
        <p:spPr>
          <a:xfrm flipV="1" flipH="1">
            <a:off x="3890000" y="2340000"/>
            <a:ext cx="1435000" cy="1160000"/>
          </a:xfrm>
          <a:prstGeom prst="line">
            <a:avLst/>
          </a:prstGeom>
          <a:ln w="22225">
            <a:solidFill>
              <a:srgbClr val="7FA0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0" name="화살표"/>
          <p:cNvCxnSpPr>
            <a:stCxn id="118" idx="0"/>
            <a:endCxn id="115" idx="2"/>
          </p:cNvCxnSpPr>
          <p:nvPr/>
        </p:nvCxnSpPr>
        <p:spPr>
          <a:xfrm flipV="1" flipH="1">
            <a:off x="5325000" y="4040000"/>
            <a:ext cx="1435000" cy="310000"/>
          </a:xfrm>
          <a:prstGeom prst="line">
            <a:avLst/>
          </a:prstGeom>
          <a:ln w="22225">
            <a:solidFill>
              <a:srgbClr val="7FA0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9" name="화살표"/>
          <p:cNvCxnSpPr>
            <a:stCxn id="116" idx="0"/>
            <a:endCxn id="115" idx="2"/>
          </p:cNvCxnSpPr>
          <p:nvPr/>
        </p:nvCxnSpPr>
        <p:spPr>
          <a:xfrm flipV="1">
            <a:off x="5325000" y="4040000"/>
            <a:ext cx="0" cy="310000"/>
          </a:xfrm>
          <a:prstGeom prst="line">
            <a:avLst/>
          </a:prstGeom>
          <a:ln w="22225">
            <a:solidFill>
              <a:srgbClr val="7FA0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8" name="화살표"/>
          <p:cNvCxnSpPr>
            <a:stCxn id="117" idx="0"/>
            <a:endCxn id="116" idx="2"/>
          </p:cNvCxnSpPr>
          <p:nvPr/>
        </p:nvCxnSpPr>
        <p:spPr>
          <a:xfrm flipV="1">
            <a:off x="5325000" y="4890000"/>
            <a:ext cx="0" cy="310000"/>
          </a:xfrm>
          <a:prstGeom prst="line">
            <a:avLst/>
          </a:prstGeom>
          <a:ln w="22225">
            <a:solidFill>
              <a:srgbClr val="7FA0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7" name="화살표"/>
          <p:cNvCxnSpPr>
            <a:stCxn id="108" idx="0"/>
            <a:endCxn id="102" idx="2"/>
          </p:cNvCxnSpPr>
          <p:nvPr/>
        </p:nvCxnSpPr>
        <p:spPr>
          <a:xfrm flipV="1">
            <a:off x="2455000" y="2340000"/>
            <a:ext cx="1435000" cy="310000"/>
          </a:xfrm>
          <a:prstGeom prst="line">
            <a:avLst/>
          </a:prstGeom>
          <a:ln w="22225">
            <a:solidFill>
              <a:srgbClr val="7FA0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6" name="화살표"/>
          <p:cNvCxnSpPr>
            <a:stCxn id="112" idx="0"/>
            <a:endCxn id="108" idx="2"/>
          </p:cNvCxnSpPr>
          <p:nvPr/>
        </p:nvCxnSpPr>
        <p:spPr>
          <a:xfrm flipV="1" flipH="1">
            <a:off x="2455000" y="3190000"/>
            <a:ext cx="1435000" cy="310000"/>
          </a:xfrm>
          <a:prstGeom prst="line">
            <a:avLst/>
          </a:prstGeom>
          <a:ln w="22225">
            <a:solidFill>
              <a:srgbClr val="7FA0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5" name="화살표"/>
          <p:cNvCxnSpPr>
            <a:stCxn id="109" idx="0"/>
            <a:endCxn id="108" idx="2"/>
          </p:cNvCxnSpPr>
          <p:nvPr/>
        </p:nvCxnSpPr>
        <p:spPr>
          <a:xfrm flipV="1">
            <a:off x="2455000" y="3190000"/>
            <a:ext cx="0" cy="310000"/>
          </a:xfrm>
          <a:prstGeom prst="line">
            <a:avLst/>
          </a:prstGeom>
          <a:ln w="22225">
            <a:solidFill>
              <a:srgbClr val="7FA0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4" name="화살표"/>
          <p:cNvCxnSpPr>
            <a:stCxn id="110" idx="0"/>
            <a:endCxn id="109" idx="2"/>
          </p:cNvCxnSpPr>
          <p:nvPr/>
        </p:nvCxnSpPr>
        <p:spPr>
          <a:xfrm flipV="1">
            <a:off x="2455000" y="4040000"/>
            <a:ext cx="0" cy="310000"/>
          </a:xfrm>
          <a:prstGeom prst="line">
            <a:avLst/>
          </a:prstGeom>
          <a:ln w="22225">
            <a:solidFill>
              <a:srgbClr val="7FA0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3" name="화살표"/>
          <p:cNvCxnSpPr>
            <a:stCxn id="111" idx="0"/>
            <a:endCxn id="109" idx="2"/>
          </p:cNvCxnSpPr>
          <p:nvPr/>
        </p:nvCxnSpPr>
        <p:spPr>
          <a:xfrm flipV="1" flipH="1">
            <a:off x="2455000" y="4040000"/>
            <a:ext cx="1435000" cy="310000"/>
          </a:xfrm>
          <a:prstGeom prst="line">
            <a:avLst/>
          </a:prstGeom>
          <a:ln w="22225">
            <a:solidFill>
              <a:srgbClr val="7FA0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2" name="화살표 (점선: 부가적인 why)"/>
          <p:cNvCxnSpPr>
            <a:stCxn id="113" idx="0"/>
            <a:endCxn id="110" idx="2"/>
          </p:cNvCxnSpPr>
          <p:nvPr/>
        </p:nvCxnSpPr>
        <p:spPr>
          <a:xfrm flipV="1">
            <a:off x="2455000" y="4890000"/>
            <a:ext cx="0" cy="310000"/>
          </a:xfrm>
          <a:prstGeom prst="line">
            <a:avLst/>
          </a:prstGeom>
          <a:ln w="22225">
            <a:solidFill>
              <a:srgbClr val="7FA08E"/>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131" name="화살표"/>
          <p:cNvCxnSpPr>
            <a:stCxn id="114" idx="0"/>
            <a:endCxn id="111" idx="2"/>
          </p:cNvCxnSpPr>
          <p:nvPr/>
        </p:nvCxnSpPr>
        <p:spPr>
          <a:xfrm flipV="1">
            <a:off x="3890000" y="4890000"/>
            <a:ext cx="0" cy="310000"/>
          </a:xfrm>
          <a:prstGeom prst="line">
            <a:avLst/>
          </a:prstGeom>
          <a:ln w="22225">
            <a:solidFill>
              <a:srgbClr val="7FA0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0" name="화살표"/>
          <p:cNvCxnSpPr>
            <a:stCxn id="113" idx="0"/>
            <a:endCxn id="111" idx="2"/>
          </p:cNvCxnSpPr>
          <p:nvPr/>
        </p:nvCxnSpPr>
        <p:spPr>
          <a:xfrm flipV="1">
            <a:off x="2455000" y="4890000"/>
            <a:ext cx="1435000" cy="310000"/>
          </a:xfrm>
          <a:prstGeom prst="line">
            <a:avLst/>
          </a:prstGeom>
          <a:ln w="22225">
            <a:solidFill>
              <a:srgbClr val="7FA0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9" name="화살표 (점선: 부가적인 why)"/>
          <p:cNvCxnSpPr>
            <a:stCxn id="104" idx="0"/>
            <a:endCxn id="103" idx="2"/>
          </p:cNvCxnSpPr>
          <p:nvPr/>
        </p:nvCxnSpPr>
        <p:spPr>
          <a:xfrm flipV="1">
            <a:off x="1020000" y="2340000"/>
            <a:ext cx="8610000" cy="310000"/>
          </a:xfrm>
          <a:prstGeom prst="line">
            <a:avLst/>
          </a:prstGeom>
          <a:ln w="22225">
            <a:solidFill>
              <a:srgbClr val="7FA08E"/>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128" name="화살표"/>
          <p:cNvCxnSpPr>
            <a:stCxn id="104" idx="0"/>
            <a:endCxn id="102" idx="2"/>
          </p:cNvCxnSpPr>
          <p:nvPr/>
        </p:nvCxnSpPr>
        <p:spPr>
          <a:xfrm flipV="1">
            <a:off x="1020000" y="2340000"/>
            <a:ext cx="2870000" cy="310000"/>
          </a:xfrm>
          <a:prstGeom prst="line">
            <a:avLst/>
          </a:prstGeom>
          <a:ln w="22225">
            <a:solidFill>
              <a:srgbClr val="7FA0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7" name="화살표"/>
          <p:cNvCxnSpPr>
            <a:stCxn id="105" idx="0"/>
            <a:endCxn id="104" idx="2"/>
          </p:cNvCxnSpPr>
          <p:nvPr/>
        </p:nvCxnSpPr>
        <p:spPr>
          <a:xfrm flipV="1">
            <a:off x="1020000" y="3190000"/>
            <a:ext cx="0" cy="310000"/>
          </a:xfrm>
          <a:prstGeom prst="line">
            <a:avLst/>
          </a:prstGeom>
          <a:ln w="22225">
            <a:solidFill>
              <a:srgbClr val="7FA0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6" name="화살표"/>
          <p:cNvCxnSpPr>
            <a:stCxn id="106" idx="0"/>
            <a:endCxn id="105" idx="2"/>
          </p:cNvCxnSpPr>
          <p:nvPr/>
        </p:nvCxnSpPr>
        <p:spPr>
          <a:xfrm flipV="1">
            <a:off x="1020000" y="4040000"/>
            <a:ext cx="0" cy="310000"/>
          </a:xfrm>
          <a:prstGeom prst="line">
            <a:avLst/>
          </a:prstGeom>
          <a:ln w="22225">
            <a:solidFill>
              <a:srgbClr val="7FA0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5" name="화살표"/>
          <p:cNvCxnSpPr>
            <a:stCxn id="107" idx="0"/>
            <a:endCxn id="106" idx="2"/>
          </p:cNvCxnSpPr>
          <p:nvPr/>
        </p:nvCxnSpPr>
        <p:spPr>
          <a:xfrm flipV="1">
            <a:off x="1020000" y="4890000"/>
            <a:ext cx="0" cy="310000"/>
          </a:xfrm>
          <a:prstGeom prst="line">
            <a:avLst/>
          </a:prstGeom>
          <a:ln w="22225">
            <a:solidFill>
              <a:srgbClr val="7FA0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 name="TextBox 1"/>
          <p:cNvSpPr txBox="1"/>
          <p:nvPr/>
        </p:nvSpPr>
        <p:spPr>
          <a:xfrm>
            <a:off x="406400" y="254000"/>
            <a:ext cx="1905000" cy="317500"/>
          </a:xfrm>
          <a:prstGeom prst="rect">
            <a:avLst/>
          </a:prstGeom>
          <a:noFill/>
        </p:spPr>
        <p:txBody>
          <a:bodyPr wrap="square" lIns="0" tIns="0" rIns="0" bIns="0" anchor="t">
            <a:spAutoFit/>
          </a:bodyPr>
          <a:lstStyle/>
          <a:p>
            <a:pPr algn="l">
              <a:lnSpc>
                <a:spcPct val="125000"/>
              </a:lnSpc>
            </a:pPr>
            <a:r>
              <a:rPr sz="1800" b="1">
                <a:solidFill>
                  <a:srgbClr val="2F6B4F"/>
                </a:solidFill>
                <a:latin typeface="Pretendard"/>
              </a:rPr>
              <a:t>WhyTree</a:t>
            </a:r>
          </a:p>
        </p:txBody>
      </p:sp>
      <p:sp>
        <p:nvSpPr>
          <p:cNvPr id="3" name="TextBox 2"/>
          <p:cNvSpPr txBox="1"/>
          <p:nvPr/>
        </p:nvSpPr>
        <p:spPr>
          <a:xfrm>
            <a:off x="7461249" y="50800"/>
            <a:ext cx="952500" cy="254000"/>
          </a:xfrm>
          <a:prstGeom prst="rect">
            <a:avLst/>
          </a:prstGeom>
          <a:noFill/>
        </p:spPr>
        <p:txBody>
          <a:bodyPr wrap="square" lIns="0" tIns="0" rIns="0" bIns="0" anchor="ctr">
            <a:spAutoFit/>
          </a:bodyPr>
          <a:lstStyle/>
          <a:p>
            <a:pPr algn="l">
              <a:lnSpc>
                <a:spcPct val="125000"/>
              </a:lnSpc>
            </a:pPr>
            <a:r>
              <a:rPr sz="1100" b="0">
                <a:solidFill>
                  <a:srgbClr val="6A7179"/>
                </a:solidFill>
                <a:latin typeface="Pretendard"/>
              </a:rPr>
              <a:t>이름 또는 별명</a:t>
            </a:r>
          </a:p>
        </p:txBody>
      </p:sp>
      <p:sp>
        <p:nvSpPr>
          <p:cNvPr id="4" name="입력: 이름 또는 별명"/>
          <p:cNvSpPr/>
          <p:nvPr/>
        </p:nvSpPr>
        <p:spPr>
          <a:xfrm>
            <a:off x="8413749" y="0"/>
            <a:ext cx="1905000" cy="355600"/>
          </a:xfrm>
          <a:prstGeom prst="rect">
            <a:avLst/>
          </a:prstGeom>
          <a:solidFill>
            <a:srgbClr val="FFFFFF"/>
          </a:solidFill>
          <a:ln w="15875">
            <a:solidFill>
              <a:srgbClr val="C9C4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a:solidFill>
                  <a:srgbClr val="1F2A2E"/>
                </a:solidFill>
                <a:latin typeface="Pretendard"/>
              </a:rPr>
              <a:t>류대훈</a:t>
            </a:r>
          </a:p>
        </p:txBody>
      </p:sp>
      <p:sp>
        <p:nvSpPr>
          <p:cNvPr id="5" name="TextBox 4"/>
          <p:cNvSpPr txBox="1"/>
          <p:nvPr/>
        </p:nvSpPr>
        <p:spPr>
          <a:xfrm>
            <a:off x="10441171" y="81331"/>
            <a:ext cx="353827" cy="192938"/>
          </a:xfrm>
          <a:prstGeom prst="rect">
            <a:avLst/>
          </a:prstGeom>
          <a:noFill/>
        </p:spPr>
        <p:txBody>
          <a:bodyPr wrap="square" lIns="0" tIns="0" rIns="0" bIns="0" anchor="ctr">
            <a:spAutoFit/>
          </a:bodyPr>
          <a:lstStyle/>
          <a:p>
            <a:pPr algn="l">
              <a:lnSpc>
                <a:spcPct val="125000"/>
              </a:lnSpc>
            </a:pPr>
            <a:r>
              <a:rPr sz="1100" b="0">
                <a:solidFill>
                  <a:srgbClr val="6A7179"/>
                </a:solidFill>
                <a:latin typeface="Pretendard"/>
              </a:rPr>
              <a:t>날짜</a:t>
            </a:r>
          </a:p>
        </p:txBody>
      </p:sp>
      <p:sp>
        <p:nvSpPr>
          <p:cNvPr id="6" name="입력: 날짜"/>
          <p:cNvSpPr/>
          <p:nvPr/>
        </p:nvSpPr>
        <p:spPr>
          <a:xfrm>
            <a:off x="10795000" y="0"/>
            <a:ext cx="1397000" cy="355600"/>
          </a:xfrm>
          <a:prstGeom prst="rect">
            <a:avLst/>
          </a:prstGeom>
          <a:solidFill>
            <a:srgbClr val="FFFFFF"/>
          </a:solidFill>
          <a:ln w="15875">
            <a:solidFill>
              <a:srgbClr val="C9C4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a:solidFill>
                  <a:srgbClr val="1F2A2E"/>
                </a:solidFill>
                <a:latin typeface="Pretendard"/>
              </a:rPr>
              <a:t>2026-10-29</a:t>
            </a:r>
          </a:p>
        </p:txBody>
      </p:sp>
      <p:sp>
        <p:nvSpPr>
          <p:cNvPr id="9" name="TextBox 8"/>
          <p:cNvSpPr txBox="1"/>
          <p:nvPr/>
        </p:nvSpPr>
        <p:spPr>
          <a:xfrm>
            <a:off x="406400" y="640000"/>
            <a:ext cx="4000000" cy="317500"/>
          </a:xfrm>
          <a:prstGeom prst="rect">
            <a:avLst/>
          </a:prstGeom>
          <a:noFill/>
        </p:spPr>
        <p:txBody>
          <a:bodyPr wrap="square" lIns="0" tIns="0" rIns="0" bIns="0" anchor="t">
            <a:spAutoFit/>
          </a:bodyPr>
          <a:lstStyle/>
          <a:p>
            <a:pPr algn="l">
              <a:lnSpc>
                <a:spcPct val="125000"/>
              </a:lnSpc>
            </a:pPr>
            <a:r>
              <a:rPr sz="1500" b="1">
                <a:solidFill>
                  <a:srgbClr val="2F6B4F"/>
                </a:solidFill>
                <a:latin typeface="Pretendard"/>
              </a:rPr>
              <a:t>말로일기 WhyTree</a:t>
            </a:r>
          </a:p>
        </p:txBody>
      </p:sp>
      <p:sp>
        <p:nvSpPr>
          <p:cNvPr id="99" name="메모"/>
          <p:cNvSpPr txBox="1"/>
          <p:nvPr/>
        </p:nvSpPr>
        <p:spPr>
          <a:xfrm>
            <a:off x="406400" y="5950000"/>
            <a:ext cx="11379200" cy="700000"/>
          </a:xfrm>
          <a:prstGeom prst="rect">
            <a:avLst/>
          </a:prstGeom>
          <a:noFill/>
        </p:spPr>
        <p:txBody>
          <a:bodyPr wrap="square" lIns="0" tIns="0" rIns="0" bIns="0" anchor="t">
            <a:spAutoFit/>
          </a:bodyPr>
          <a:lstStyle/>
          <a:p>
            <a:pPr algn="l">
              <a:lnSpc>
                <a:spcPct val="120000"/>
              </a:lnSpc>
            </a:pPr>
            <a:r>
              <a:rPr lang="ko-KR" altLang="en-US" sz="1100" b="0">
                <a:solidFill>
                  <a:srgbClr val="4A5568"/>
                </a:solidFill>
                <a:latin typeface="Pretendard"/>
                <a:ea typeface="Pretendard"/>
              </a:rPr>
              <a:t>대상: 일기를 쓰다 반복해서 멈췄고, 타이핑보다 말하기가 편한 직장인·자영업자</a:t>
            </a:r>
          </a:p>
          <a:p>
            <a:pPr algn="l">
              <a:lnSpc>
                <a:spcPct val="120000"/>
              </a:lnSpc>
            </a:pPr>
            <a:r>
              <a:rPr lang="ko-KR" altLang="en-US" sz="1100" b="0">
                <a:solidFill>
                  <a:srgbClr val="4A5568"/>
                </a:solidFill>
                <a:latin typeface="Pretendard"/>
                <a:ea typeface="Pretendard"/>
              </a:rPr>
              <a:t>"날짜별 저장"의 가장 중요한 why는 "나중에 쉽게 찾아보기"라서 실선, "히스토리 쌓기"는 점선입니다. "감정과 생각이 담긴 소중한 일기 갖기"는 "나를 이해하기"가 실선, "매일 쓰는 습관 들이기"가 점선입니다. 점선 상자는 How Down으로 새로 찾은 방법입니다.</a:t>
            </a:r>
          </a:p>
        </p:txBody>
      </p:sp>
      <p:sp>
        <p:nvSpPr>
          <p:cNvPr id="101" name="why: 성숙하고 단단한 사람으로 성장"/>
          <p:cNvSpPr/>
          <p:nvPr/>
        </p:nvSpPr>
        <p:spPr>
          <a:xfrm>
            <a:off x="5260000" y="1000000"/>
            <a:ext cx="3000000" cy="540000"/>
          </a:xfrm>
          <a:prstGeom prst="roundRect">
            <a:avLst>
              <a:gd name="adj" fmla="val 6000"/>
            </a:avLst>
          </a:prstGeom>
          <a:solidFill>
            <a:srgbClr val="FFFFFF"/>
          </a:solidFill>
          <a:ln w="19050">
            <a:solidFill>
              <a:srgbClr val="3E4C47"/>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lang="ko-KR" altLang="en-US" sz="1000" b="1">
                <a:solidFill>
                  <a:srgbClr val="1F2A2E"/>
                </a:solidFill>
                <a:latin typeface="Pretendard"/>
                <a:ea typeface="Pretendard"/>
              </a:rPr>
              <a:t>성숙하고 단단한 사람으로 성장</a:t>
            </a:r>
          </a:p>
        </p:txBody>
      </p:sp>
      <p:sp>
        <p:nvSpPr>
          <p:cNvPr id="102" name="why: 나를 이해하기"/>
          <p:cNvSpPr/>
          <p:nvPr/>
        </p:nvSpPr>
        <p:spPr>
          <a:xfrm>
            <a:off x="2990000" y="1800000"/>
            <a:ext cx="1800000" cy="540000"/>
          </a:xfrm>
          <a:prstGeom prst="roundRect">
            <a:avLst>
              <a:gd name="adj" fmla="val 6000"/>
            </a:avLst>
          </a:prstGeom>
          <a:solidFill>
            <a:srgbClr val="FFFFFF"/>
          </a:solidFill>
          <a:ln w="19050">
            <a:solidFill>
              <a:srgbClr val="3E4C47"/>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lang="ko-KR" altLang="en-US" sz="1100" b="1">
                <a:solidFill>
                  <a:srgbClr val="1F2A2E"/>
                </a:solidFill>
                <a:latin typeface="Pretendard"/>
                <a:ea typeface="Pretendard"/>
              </a:rPr>
              <a:t>나를 이해하기</a:t>
            </a:r>
          </a:p>
        </p:txBody>
      </p:sp>
      <p:sp>
        <p:nvSpPr>
          <p:cNvPr id="103" name="why: 매일 쓰는 습관 들이기"/>
          <p:cNvSpPr/>
          <p:nvPr/>
        </p:nvSpPr>
        <p:spPr>
          <a:xfrm>
            <a:off x="8630000" y="1800000"/>
            <a:ext cx="2000000" cy="540000"/>
          </a:xfrm>
          <a:prstGeom prst="roundRect">
            <a:avLst>
              <a:gd name="adj" fmla="val 6000"/>
            </a:avLst>
          </a:prstGeom>
          <a:solidFill>
            <a:srgbClr val="FFFFFF"/>
          </a:solidFill>
          <a:ln w="19050">
            <a:solidFill>
              <a:srgbClr val="3E4C47"/>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lang="ko-KR" altLang="en-US" sz="1100" b="1">
                <a:solidFill>
                  <a:srgbClr val="1F2A2E"/>
                </a:solidFill>
                <a:latin typeface="Pretendard"/>
                <a:ea typeface="Pretendard"/>
              </a:rPr>
              <a:t>매일 쓰는 습관 들이기</a:t>
            </a:r>
          </a:p>
        </p:txBody>
      </p:sp>
      <p:sp>
        <p:nvSpPr>
          <p:cNvPr id="104" name="why: 감정과 생각이 담긴 소중한 일기 갖기"/>
          <p:cNvSpPr/>
          <p:nvPr/>
        </p:nvSpPr>
        <p:spPr>
          <a:xfrm>
            <a:off x="350000" y="2650000"/>
            <a:ext cx="1340000" cy="540000"/>
          </a:xfrm>
          <a:prstGeom prst="roundRect">
            <a:avLst>
              <a:gd name="adj" fmla="val 6000"/>
            </a:avLst>
          </a:prstGeom>
          <a:solidFill>
            <a:srgbClr val="FFFFFF"/>
          </a:solidFill>
          <a:ln w="19050">
            <a:solidFill>
              <a:srgbClr val="3E4C47"/>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lang="ko-KR" altLang="en-US" sz="1000" b="1">
                <a:solidFill>
                  <a:srgbClr val="1F2A2E"/>
                </a:solidFill>
                <a:latin typeface="Pretendard"/>
                <a:ea typeface="Pretendard"/>
              </a:rPr>
              <a:t>감정과 생각이 담긴 소중한 일기 갖기</a:t>
            </a:r>
          </a:p>
        </p:txBody>
      </p:sp>
      <p:sp>
        <p:nvSpPr>
          <p:cNvPr id="105" name="why: 내 말 그대로 남기기"/>
          <p:cNvSpPr/>
          <p:nvPr/>
        </p:nvSpPr>
        <p:spPr>
          <a:xfrm>
            <a:off x="350000" y="3500000"/>
            <a:ext cx="1340000" cy="540000"/>
          </a:xfrm>
          <a:prstGeom prst="roundRect">
            <a:avLst>
              <a:gd name="adj" fmla="val 6000"/>
            </a:avLst>
          </a:prstGeom>
          <a:solidFill>
            <a:srgbClr val="FFFFFF"/>
          </a:solidFill>
          <a:ln w="19050">
            <a:solidFill>
              <a:srgbClr val="3E4C47"/>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lang="ko-KR" altLang="en-US" sz="1100" b="1">
                <a:solidFill>
                  <a:srgbClr val="1F2A2E"/>
                </a:solidFill>
                <a:latin typeface="Pretendard"/>
                <a:ea typeface="Pretendard"/>
              </a:rPr>
              <a:t>내 말 그대로 남기기</a:t>
            </a:r>
          </a:p>
        </p:txBody>
      </p:sp>
      <p:sp>
        <p:nvSpPr>
          <p:cNvPr id="106" name="why: 눈으로 확인하고 고치기"/>
          <p:cNvSpPr/>
          <p:nvPr/>
        </p:nvSpPr>
        <p:spPr>
          <a:xfrm>
            <a:off x="350000" y="4350000"/>
            <a:ext cx="1340000" cy="540000"/>
          </a:xfrm>
          <a:prstGeom prst="roundRect">
            <a:avLst>
              <a:gd name="adj" fmla="val 6000"/>
            </a:avLst>
          </a:prstGeom>
          <a:solidFill>
            <a:srgbClr val="FFFFFF"/>
          </a:solidFill>
          <a:ln w="19050">
            <a:solidFill>
              <a:srgbClr val="3E4C47"/>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lang="ko-KR" altLang="en-US" sz="1100" b="1">
                <a:solidFill>
                  <a:srgbClr val="1F2A2E"/>
                </a:solidFill>
                <a:latin typeface="Pretendard"/>
                <a:ea typeface="Pretendard"/>
              </a:rPr>
              <a:t>눈으로 확인하고 고치기</a:t>
            </a:r>
          </a:p>
        </p:txBody>
      </p:sp>
      <p:sp>
        <p:nvSpPr>
          <p:cNvPr id="107" name="seed: 음성을 글로 변환"/>
          <p:cNvSpPr/>
          <p:nvPr/>
        </p:nvSpPr>
        <p:spPr>
          <a:xfrm>
            <a:off x="350000" y="5200000"/>
            <a:ext cx="1340000" cy="540000"/>
          </a:xfrm>
          <a:prstGeom prst="roundRect">
            <a:avLst>
              <a:gd name="adj" fmla="val 6000"/>
            </a:avLst>
          </a:prstGeom>
          <a:solidFill>
            <a:srgbClr val="F6EBDD"/>
          </a:solidFill>
          <a:ln w="31750">
            <a:solidFill>
              <a:srgbClr val="C8792B"/>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lang="ko-KR" altLang="en-US" sz="1100" b="1">
                <a:solidFill>
                  <a:srgbClr val="1F2A2E"/>
                </a:solidFill>
                <a:latin typeface="Pretendard"/>
                <a:ea typeface="Pretendard"/>
              </a:rPr>
              <a:t>음성을 글로 변환</a:t>
            </a:r>
          </a:p>
        </p:txBody>
      </p:sp>
      <p:sp>
        <p:nvSpPr>
          <p:cNvPr id="108" name="why: 과거의 나 알기"/>
          <p:cNvSpPr/>
          <p:nvPr/>
        </p:nvSpPr>
        <p:spPr>
          <a:xfrm>
            <a:off x="1785000" y="2650000"/>
            <a:ext cx="1340000" cy="540000"/>
          </a:xfrm>
          <a:prstGeom prst="roundRect">
            <a:avLst>
              <a:gd name="adj" fmla="val 6000"/>
            </a:avLst>
          </a:prstGeom>
          <a:solidFill>
            <a:srgbClr val="FFFFFF"/>
          </a:solidFill>
          <a:ln w="19050">
            <a:solidFill>
              <a:srgbClr val="3E4C47"/>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lang="ko-KR" altLang="en-US" sz="1100" b="1">
                <a:solidFill>
                  <a:srgbClr val="1F2A2E"/>
                </a:solidFill>
                <a:latin typeface="Pretendard"/>
                <a:ea typeface="Pretendard"/>
              </a:rPr>
              <a:t>과거의 나 알기</a:t>
            </a:r>
          </a:p>
        </p:txBody>
      </p:sp>
      <p:sp>
        <p:nvSpPr>
          <p:cNvPr id="109" name="why: 지난 일기 다시 읽으며 즐기기"/>
          <p:cNvSpPr/>
          <p:nvPr/>
        </p:nvSpPr>
        <p:spPr>
          <a:xfrm>
            <a:off x="1785000" y="3500000"/>
            <a:ext cx="1340000" cy="540000"/>
          </a:xfrm>
          <a:prstGeom prst="roundRect">
            <a:avLst>
              <a:gd name="adj" fmla="val 6000"/>
            </a:avLst>
          </a:prstGeom>
          <a:solidFill>
            <a:srgbClr val="FFFFFF"/>
          </a:solidFill>
          <a:ln w="19050">
            <a:solidFill>
              <a:srgbClr val="3E4C47"/>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lang="ko-KR" altLang="en-US" sz="1000" b="1">
                <a:solidFill>
                  <a:srgbClr val="1F2A2E"/>
                </a:solidFill>
                <a:latin typeface="Pretendard"/>
                <a:ea typeface="Pretendard"/>
              </a:rPr>
              <a:t>지난 일기 다시 읽으며 즐기기</a:t>
            </a:r>
          </a:p>
        </p:txBody>
      </p:sp>
      <p:sp>
        <p:nvSpPr>
          <p:cNvPr id="110" name="why: 히스토리 쌓기"/>
          <p:cNvSpPr/>
          <p:nvPr/>
        </p:nvSpPr>
        <p:spPr>
          <a:xfrm>
            <a:off x="1785000" y="4350000"/>
            <a:ext cx="1340000" cy="540000"/>
          </a:xfrm>
          <a:prstGeom prst="roundRect">
            <a:avLst>
              <a:gd name="adj" fmla="val 6000"/>
            </a:avLst>
          </a:prstGeom>
          <a:solidFill>
            <a:srgbClr val="FFFFFF"/>
          </a:solidFill>
          <a:ln w="19050">
            <a:solidFill>
              <a:srgbClr val="3E4C47"/>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lang="ko-KR" altLang="en-US" sz="1100" b="1">
                <a:solidFill>
                  <a:srgbClr val="1F2A2E"/>
                </a:solidFill>
                <a:latin typeface="Pretendard"/>
                <a:ea typeface="Pretendard"/>
              </a:rPr>
              <a:t>히스토리 쌓기</a:t>
            </a:r>
          </a:p>
        </p:txBody>
      </p:sp>
      <p:sp>
        <p:nvSpPr>
          <p:cNvPr id="111" name="why: 나중에 쉽게 찾아보기"/>
          <p:cNvSpPr/>
          <p:nvPr/>
        </p:nvSpPr>
        <p:spPr>
          <a:xfrm>
            <a:off x="3220000" y="4350000"/>
            <a:ext cx="1340000" cy="540000"/>
          </a:xfrm>
          <a:prstGeom prst="roundRect">
            <a:avLst>
              <a:gd name="adj" fmla="val 6000"/>
            </a:avLst>
          </a:prstGeom>
          <a:solidFill>
            <a:srgbClr val="FFFFFF"/>
          </a:solidFill>
          <a:ln w="19050">
            <a:solidFill>
              <a:srgbClr val="3E4C47"/>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lang="ko-KR" altLang="en-US" sz="1100" b="1">
                <a:solidFill>
                  <a:srgbClr val="1F2A2E"/>
                </a:solidFill>
                <a:latin typeface="Pretendard"/>
                <a:ea typeface="Pretendard"/>
              </a:rPr>
              <a:t>나중에 쉽게 찾아보기</a:t>
            </a:r>
          </a:p>
        </p:txBody>
      </p:sp>
      <p:sp>
        <p:nvSpPr>
          <p:cNvPr id="112" name="new: 예전 SNS·메신저 기록 보기"/>
          <p:cNvSpPr/>
          <p:nvPr/>
        </p:nvSpPr>
        <p:spPr>
          <a:xfrm>
            <a:off x="3220000" y="3500000"/>
            <a:ext cx="1340000" cy="540000"/>
          </a:xfrm>
          <a:prstGeom prst="roundRect">
            <a:avLst>
              <a:gd name="adj" fmla="val 6000"/>
            </a:avLst>
          </a:prstGeom>
          <a:solidFill>
            <a:srgbClr val="FFFFFF"/>
          </a:solidFill>
          <a:ln w="19050">
            <a:solidFill>
              <a:srgbClr val="2F6B4F"/>
            </a:solidFill>
            <a:prstDash val="dash"/>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lang="ko-KR" altLang="en-US" sz="1000" b="1">
                <a:solidFill>
                  <a:srgbClr val="1F2A2E"/>
                </a:solidFill>
                <a:latin typeface="Pretendard"/>
                <a:ea typeface="Pretendard"/>
              </a:rPr>
              <a:t>예전 SNS·메신저 기록 보기</a:t>
            </a:r>
          </a:p>
        </p:txBody>
      </p:sp>
      <p:sp>
        <p:nvSpPr>
          <p:cNvPr id="113" name="seed: 날짜별 저장"/>
          <p:cNvSpPr/>
          <p:nvPr/>
        </p:nvSpPr>
        <p:spPr>
          <a:xfrm>
            <a:off x="1785000" y="5200000"/>
            <a:ext cx="1340000" cy="540000"/>
          </a:xfrm>
          <a:prstGeom prst="roundRect">
            <a:avLst>
              <a:gd name="adj" fmla="val 6000"/>
            </a:avLst>
          </a:prstGeom>
          <a:solidFill>
            <a:srgbClr val="F6EBDD"/>
          </a:solidFill>
          <a:ln w="31750">
            <a:solidFill>
              <a:srgbClr val="C8792B"/>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lang="ko-KR" altLang="en-US" sz="1100" b="1">
                <a:solidFill>
                  <a:srgbClr val="1F2A2E"/>
                </a:solidFill>
                <a:latin typeface="Pretendard"/>
                <a:ea typeface="Pretendard"/>
              </a:rPr>
              <a:t>날짜별 저장</a:t>
            </a:r>
          </a:p>
        </p:txBody>
      </p:sp>
      <p:sp>
        <p:nvSpPr>
          <p:cNvPr id="114" name="seed: 일기 기록 관리"/>
          <p:cNvSpPr/>
          <p:nvPr/>
        </p:nvSpPr>
        <p:spPr>
          <a:xfrm>
            <a:off x="3220000" y="5200000"/>
            <a:ext cx="1340000" cy="540000"/>
          </a:xfrm>
          <a:prstGeom prst="roundRect">
            <a:avLst>
              <a:gd name="adj" fmla="val 6000"/>
            </a:avLst>
          </a:prstGeom>
          <a:solidFill>
            <a:srgbClr val="F6EBDD"/>
          </a:solidFill>
          <a:ln w="31750">
            <a:solidFill>
              <a:srgbClr val="C8792B"/>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lang="ko-KR" altLang="en-US" sz="1100" b="1">
                <a:solidFill>
                  <a:srgbClr val="1F2A2E"/>
                </a:solidFill>
                <a:latin typeface="Pretendard"/>
                <a:ea typeface="Pretendard"/>
              </a:rPr>
              <a:t>일기 기록 관리</a:t>
            </a:r>
          </a:p>
        </p:txBody>
      </p:sp>
      <p:sp>
        <p:nvSpPr>
          <p:cNvPr id="115" name="why: 몰랐던 감정과 진짜 이유 알기"/>
          <p:cNvSpPr/>
          <p:nvPr/>
        </p:nvSpPr>
        <p:spPr>
          <a:xfrm>
            <a:off x="4655000" y="3500000"/>
            <a:ext cx="1340000" cy="540000"/>
          </a:xfrm>
          <a:prstGeom prst="roundRect">
            <a:avLst>
              <a:gd name="adj" fmla="val 6000"/>
            </a:avLst>
          </a:prstGeom>
          <a:solidFill>
            <a:srgbClr val="FFFFFF"/>
          </a:solidFill>
          <a:ln w="19050">
            <a:solidFill>
              <a:srgbClr val="3E4C47"/>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lang="ko-KR" altLang="en-US" sz="1000" b="1">
                <a:solidFill>
                  <a:srgbClr val="1F2A2E"/>
                </a:solidFill>
                <a:latin typeface="Pretendard"/>
                <a:ea typeface="Pretendard"/>
              </a:rPr>
              <a:t>몰랐던 감정과 진짜 이유 알기</a:t>
            </a:r>
          </a:p>
        </p:txBody>
      </p:sp>
      <p:sp>
        <p:nvSpPr>
          <p:cNvPr id="116" name="why: 한 단계 더 생각하기"/>
          <p:cNvSpPr/>
          <p:nvPr/>
        </p:nvSpPr>
        <p:spPr>
          <a:xfrm>
            <a:off x="4655000" y="4350000"/>
            <a:ext cx="1340000" cy="540000"/>
          </a:xfrm>
          <a:prstGeom prst="roundRect">
            <a:avLst>
              <a:gd name="adj" fmla="val 6000"/>
            </a:avLst>
          </a:prstGeom>
          <a:solidFill>
            <a:srgbClr val="FFFFFF"/>
          </a:solidFill>
          <a:ln w="19050">
            <a:solidFill>
              <a:srgbClr val="3E4C47"/>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lang="ko-KR" altLang="en-US" sz="1100" b="1">
                <a:solidFill>
                  <a:srgbClr val="1F2A2E"/>
                </a:solidFill>
                <a:latin typeface="Pretendard"/>
                <a:ea typeface="Pretendard"/>
              </a:rPr>
              <a:t>한 단계 더 생각하기</a:t>
            </a:r>
          </a:p>
        </p:txBody>
      </p:sp>
      <p:sp>
        <p:nvSpPr>
          <p:cNvPr id="117" name="seed: AI 질문으로 생각·감정 끌어내기"/>
          <p:cNvSpPr/>
          <p:nvPr/>
        </p:nvSpPr>
        <p:spPr>
          <a:xfrm>
            <a:off x="4655000" y="5200000"/>
            <a:ext cx="1340000" cy="540000"/>
          </a:xfrm>
          <a:prstGeom prst="roundRect">
            <a:avLst>
              <a:gd name="adj" fmla="val 6000"/>
            </a:avLst>
          </a:prstGeom>
          <a:solidFill>
            <a:srgbClr val="F6EBDD"/>
          </a:solidFill>
          <a:ln w="31750">
            <a:solidFill>
              <a:srgbClr val="C8792B"/>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lang="ko-KR" altLang="en-US" sz="1000" b="1">
                <a:solidFill>
                  <a:srgbClr val="1F2A2E"/>
                </a:solidFill>
                <a:latin typeface="Pretendard"/>
                <a:ea typeface="Pretendard"/>
              </a:rPr>
              <a:t>AI 질문으로 생각·감정 끌어내기</a:t>
            </a:r>
          </a:p>
        </p:txBody>
      </p:sp>
      <p:sp>
        <p:nvSpPr>
          <p:cNvPr id="118" name="new: 생각 정리 음악·짧은 명상"/>
          <p:cNvSpPr/>
          <p:nvPr/>
        </p:nvSpPr>
        <p:spPr>
          <a:xfrm>
            <a:off x="6090000" y="4350000"/>
            <a:ext cx="1340000" cy="540000"/>
          </a:xfrm>
          <a:prstGeom prst="roundRect">
            <a:avLst>
              <a:gd name="adj" fmla="val 6000"/>
            </a:avLst>
          </a:prstGeom>
          <a:solidFill>
            <a:srgbClr val="FFFFFF"/>
          </a:solidFill>
          <a:ln w="19050">
            <a:solidFill>
              <a:srgbClr val="2F6B4F"/>
            </a:solidFill>
            <a:prstDash val="dash"/>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lang="ko-KR" altLang="en-US" sz="1000" b="1">
                <a:solidFill>
                  <a:srgbClr val="1F2A2E"/>
                </a:solidFill>
                <a:latin typeface="Pretendard"/>
                <a:ea typeface="Pretendard"/>
              </a:rPr>
              <a:t>생각 정리 음악·짧은 명상</a:t>
            </a:r>
          </a:p>
        </p:txBody>
      </p:sp>
      <p:sp>
        <p:nvSpPr>
          <p:cNvPr id="119" name="new: 상담"/>
          <p:cNvSpPr/>
          <p:nvPr/>
        </p:nvSpPr>
        <p:spPr>
          <a:xfrm>
            <a:off x="6090000" y="2650000"/>
            <a:ext cx="1340000" cy="540000"/>
          </a:xfrm>
          <a:prstGeom prst="roundRect">
            <a:avLst>
              <a:gd name="adj" fmla="val 6000"/>
            </a:avLst>
          </a:prstGeom>
          <a:solidFill>
            <a:srgbClr val="FFFFFF"/>
          </a:solidFill>
          <a:ln w="19050">
            <a:solidFill>
              <a:srgbClr val="2F6B4F"/>
            </a:solidFill>
            <a:prstDash val="dash"/>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lang="ko-KR" altLang="en-US" sz="1100" b="1">
                <a:solidFill>
                  <a:srgbClr val="1F2A2E"/>
                </a:solidFill>
                <a:latin typeface="Pretendard"/>
                <a:ea typeface="Pretendard"/>
              </a:rPr>
              <a:t>상담</a:t>
            </a:r>
          </a:p>
        </p:txBody>
      </p:sp>
      <p:sp>
        <p:nvSpPr>
          <p:cNvPr id="120" name="new: 친구와 함께 쓰기"/>
          <p:cNvSpPr/>
          <p:nvPr/>
        </p:nvSpPr>
        <p:spPr>
          <a:xfrm>
            <a:off x="7525000" y="2650000"/>
            <a:ext cx="1340000" cy="540000"/>
          </a:xfrm>
          <a:prstGeom prst="roundRect">
            <a:avLst>
              <a:gd name="adj" fmla="val 6000"/>
            </a:avLst>
          </a:prstGeom>
          <a:solidFill>
            <a:srgbClr val="FFFFFF"/>
          </a:solidFill>
          <a:ln w="19050">
            <a:solidFill>
              <a:srgbClr val="2F6B4F"/>
            </a:solidFill>
            <a:prstDash val="dash"/>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lang="ko-KR" altLang="en-US" sz="1100" b="1">
                <a:solidFill>
                  <a:srgbClr val="1F2A2E"/>
                </a:solidFill>
                <a:latin typeface="Pretendard"/>
                <a:ea typeface="Pretendard"/>
              </a:rPr>
              <a:t>친구와 함께 쓰기</a:t>
            </a:r>
          </a:p>
        </p:txBody>
      </p:sp>
      <p:sp>
        <p:nvSpPr>
          <p:cNvPr id="121" name="why: 부담 없이 기록하기"/>
          <p:cNvSpPr/>
          <p:nvPr/>
        </p:nvSpPr>
        <p:spPr>
          <a:xfrm>
            <a:off x="8960000" y="2650000"/>
            <a:ext cx="1340000" cy="540000"/>
          </a:xfrm>
          <a:prstGeom prst="roundRect">
            <a:avLst>
              <a:gd name="adj" fmla="val 6000"/>
            </a:avLst>
          </a:prstGeom>
          <a:solidFill>
            <a:srgbClr val="FFFFFF"/>
          </a:solidFill>
          <a:ln w="19050">
            <a:solidFill>
              <a:srgbClr val="3E4C47"/>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lang="ko-KR" altLang="en-US" sz="1100" b="1">
                <a:solidFill>
                  <a:srgbClr val="1F2A2E"/>
                </a:solidFill>
                <a:latin typeface="Pretendard"/>
                <a:ea typeface="Pretendard"/>
              </a:rPr>
              <a:t>부담 없이 기록하기</a:t>
            </a:r>
          </a:p>
        </p:txBody>
      </p:sp>
      <p:sp>
        <p:nvSpPr>
          <p:cNvPr id="122" name="new: 잠들기 전 루틴으로 만들기"/>
          <p:cNvSpPr/>
          <p:nvPr/>
        </p:nvSpPr>
        <p:spPr>
          <a:xfrm>
            <a:off x="10395000" y="2650000"/>
            <a:ext cx="1340000" cy="540000"/>
          </a:xfrm>
          <a:prstGeom prst="roundRect">
            <a:avLst>
              <a:gd name="adj" fmla="val 6000"/>
            </a:avLst>
          </a:prstGeom>
          <a:solidFill>
            <a:srgbClr val="FFFFFF"/>
          </a:solidFill>
          <a:ln w="19050">
            <a:solidFill>
              <a:srgbClr val="2F6B4F"/>
            </a:solidFill>
            <a:prstDash val="dash"/>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lang="ko-KR" altLang="en-US" sz="1000" b="1">
                <a:solidFill>
                  <a:srgbClr val="1F2A2E"/>
                </a:solidFill>
                <a:latin typeface="Pretendard"/>
                <a:ea typeface="Pretendard"/>
              </a:rPr>
              <a:t>잠들기 전 루틴으로 만들기</a:t>
            </a:r>
          </a:p>
        </p:txBody>
      </p:sp>
      <p:sp>
        <p:nvSpPr>
          <p:cNvPr id="123" name="seed: 말로 녹음"/>
          <p:cNvSpPr/>
          <p:nvPr/>
        </p:nvSpPr>
        <p:spPr>
          <a:xfrm>
            <a:off x="8960000" y="5200000"/>
            <a:ext cx="1340000" cy="540000"/>
          </a:xfrm>
          <a:prstGeom prst="roundRect">
            <a:avLst>
              <a:gd name="adj" fmla="val 6000"/>
            </a:avLst>
          </a:prstGeom>
          <a:solidFill>
            <a:srgbClr val="F6EBDD"/>
          </a:solidFill>
          <a:ln w="31750">
            <a:solidFill>
              <a:srgbClr val="C8792B"/>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lang="ko-KR" altLang="en-US" sz="1100" b="1">
                <a:solidFill>
                  <a:srgbClr val="1F2A2E"/>
                </a:solidFill>
                <a:latin typeface="Pretendard"/>
                <a:ea typeface="Pretendard"/>
              </a:rPr>
              <a:t>말로 녹음</a:t>
            </a:r>
          </a:p>
        </p:txBody>
      </p:sp>
      <p:sp>
        <p:nvSpPr>
          <p:cNvPr id="124" name="new: AI가 키워드를 기반으로 작성"/>
          <p:cNvSpPr/>
          <p:nvPr/>
        </p:nvSpPr>
        <p:spPr>
          <a:xfrm>
            <a:off x="10395000" y="4350000"/>
            <a:ext cx="1340000" cy="540000"/>
          </a:xfrm>
          <a:prstGeom prst="roundRect">
            <a:avLst>
              <a:gd name="adj" fmla="val 6000"/>
            </a:avLst>
          </a:prstGeom>
          <a:solidFill>
            <a:srgbClr val="FFFFFF"/>
          </a:solidFill>
          <a:ln w="19050">
            <a:solidFill>
              <a:srgbClr val="2F6B4F"/>
            </a:solidFill>
            <a:prstDash val="dash"/>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lang="ko-KR" altLang="en-US" sz="1000" b="1">
                <a:solidFill>
                  <a:srgbClr val="1F2A2E"/>
                </a:solidFill>
                <a:latin typeface="Pretendard"/>
                <a:ea typeface="Pretendard"/>
              </a:rPr>
              <a:t>AI가 키워드를 기반으로 작성</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TotalTime>
  <Words>211</Words>
  <Application>Microsoft Macintosh PowerPoint</Application>
  <PresentationFormat>Widescreen</PresentationFormat>
  <Paragraphs>37</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Pretendard</vt:lpstr>
      <vt:lpstr>Arial</vt:lpstr>
      <vt:lpstr>Calibri</vt:lpstr>
      <vt:lpstr>Office Theme</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Ji Soo Yi</cp:lastModifiedBy>
  <cp:revision>4</cp:revision>
  <dcterms:created xsi:type="dcterms:W3CDTF">2013-01-27T09:14:16Z</dcterms:created>
  <dcterms:modified xsi:type="dcterms:W3CDTF">2026-10-16T23:12:43Z</dcterms:modified>
  <cp:category/>
</cp:coreProperties>
</file>